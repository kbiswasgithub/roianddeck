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6" r:id="rId1"/>
  </p:sldMasterIdLst>
  <p:notesMasterIdLst>
    <p:notesMasterId r:id="rId33"/>
  </p:notesMasterIdLst>
  <p:handoutMasterIdLst>
    <p:handoutMasterId r:id="rId34"/>
  </p:handoutMasterIdLst>
  <p:sldIdLst>
    <p:sldId id="531" r:id="rId2"/>
    <p:sldId id="532" r:id="rId3"/>
    <p:sldId id="546" r:id="rId4"/>
    <p:sldId id="547" r:id="rId5"/>
    <p:sldId id="512" r:id="rId6"/>
    <p:sldId id="520" r:id="rId7"/>
    <p:sldId id="529" r:id="rId8"/>
    <p:sldId id="530" r:id="rId9"/>
    <p:sldId id="544" r:id="rId10"/>
    <p:sldId id="533" r:id="rId11"/>
    <p:sldId id="534" r:id="rId12"/>
    <p:sldId id="535" r:id="rId13"/>
    <p:sldId id="536" r:id="rId14"/>
    <p:sldId id="537" r:id="rId15"/>
    <p:sldId id="538" r:id="rId16"/>
    <p:sldId id="539" r:id="rId17"/>
    <p:sldId id="540" r:id="rId18"/>
    <p:sldId id="541" r:id="rId19"/>
    <p:sldId id="542" r:id="rId20"/>
    <p:sldId id="560" r:id="rId21"/>
    <p:sldId id="549" r:id="rId22"/>
    <p:sldId id="550" r:id="rId23"/>
    <p:sldId id="551" r:id="rId24"/>
    <p:sldId id="552" r:id="rId25"/>
    <p:sldId id="553" r:id="rId26"/>
    <p:sldId id="554" r:id="rId27"/>
    <p:sldId id="555" r:id="rId28"/>
    <p:sldId id="563" r:id="rId29"/>
    <p:sldId id="561" r:id="rId30"/>
    <p:sldId id="562" r:id="rId31"/>
    <p:sldId id="559"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40">
          <p15:clr>
            <a:srgbClr val="A4A3A4"/>
          </p15:clr>
        </p15:guide>
        <p15:guide id="2" orient="horz" pos="2922">
          <p15:clr>
            <a:srgbClr val="A4A3A4"/>
          </p15:clr>
        </p15:guide>
        <p15:guide id="3" pos="5474">
          <p15:clr>
            <a:srgbClr val="A4A3A4"/>
          </p15:clr>
        </p15:guide>
        <p15:guide id="4" pos="356">
          <p15:clr>
            <a:srgbClr val="A4A3A4"/>
          </p15:clr>
        </p15:guide>
        <p15:guide id="5" pos="325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banita Debsarkar (WT01 - HLS)" initials="ND(-H" lastIdx="1" clrIdx="0">
    <p:extLst>
      <p:ext uri="{19B8F6BF-5375-455C-9EA6-DF929625EA0E}">
        <p15:presenceInfo xmlns:p15="http://schemas.microsoft.com/office/powerpoint/2012/main" userId="S-1-5-21-57989841-616249376-1801674531-7765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0A5"/>
    <a:srgbClr val="97EBFF"/>
    <a:srgbClr val="CCECFF"/>
    <a:srgbClr val="00CCFF"/>
    <a:srgbClr val="FFFFCC"/>
    <a:srgbClr val="FFFF00"/>
    <a:srgbClr val="1965A7"/>
    <a:srgbClr val="595959"/>
    <a:srgbClr val="D2D2D2"/>
    <a:srgbClr val="FECA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82" autoAdjust="0"/>
    <p:restoredTop sz="89520" autoAdjust="0"/>
  </p:normalViewPr>
  <p:slideViewPr>
    <p:cSldViewPr snapToGrid="0">
      <p:cViewPr varScale="1">
        <p:scale>
          <a:sx n="67" d="100"/>
          <a:sy n="67" d="100"/>
        </p:scale>
        <p:origin x="972" y="54"/>
      </p:cViewPr>
      <p:guideLst>
        <p:guide orient="horz" pos="3940"/>
        <p:guide orient="horz" pos="2922"/>
        <p:guide pos="5474"/>
        <p:guide pos="356"/>
        <p:guide pos="32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66" d="100"/>
          <a:sy n="66" d="100"/>
        </p:scale>
        <p:origin x="-3300"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arrti\Desktop\SCORE%20Saving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arrti\Desktop\SCORE%20Saving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oleObject" Target="file:///C:\Users\geetha.narayanankutt\Desktop\My%20docs\from%20May\Upgrade%20Projects\Score%20Savings.xlsx"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Effort</a:t>
            </a:r>
            <a:r>
              <a:rPr lang="en-US" b="1" baseline="0"/>
              <a:t> Analysis</a:t>
            </a:r>
            <a:endParaRPr lang="en-US" b="1"/>
          </a:p>
        </c:rich>
      </c:tx>
      <c:layout>
        <c:manualLayout>
          <c:xMode val="edge"/>
          <c:yMode val="edge"/>
          <c:x val="0.40949300087489071"/>
          <c:y val="2.7777777777777776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solidFill>
            <a:schemeClr val="accent1"/>
          </a:solidFill>
        </a:ln>
        <a:effectLst/>
        <a:sp3d>
          <a:contourClr>
            <a:schemeClr val="accent1"/>
          </a:contourClr>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spPr>
            <a:solidFill>
              <a:schemeClr val="accent1"/>
            </a:solidFill>
            <a:ln>
              <a:solidFill>
                <a:schemeClr val="tx2"/>
              </a:solidFill>
            </a:ln>
            <a:effectLst/>
            <a:sp3d>
              <a:contourClr>
                <a:schemeClr val="tx2"/>
              </a:contourClr>
            </a:sp3d>
          </c:spPr>
          <c:invertIfNegative val="0"/>
          <c:dPt>
            <c:idx val="0"/>
            <c:invertIfNegative val="0"/>
            <c:bubble3D val="0"/>
            <c:spPr>
              <a:solidFill>
                <a:schemeClr val="tx2"/>
              </a:solidFill>
              <a:ln>
                <a:solidFill>
                  <a:schemeClr val="tx2"/>
                </a:solidFill>
              </a:ln>
              <a:effectLst/>
              <a:sp3d>
                <a:contourClr>
                  <a:schemeClr val="tx2"/>
                </a:contourClr>
              </a:sp3d>
            </c:spPr>
          </c:dPt>
          <c:dPt>
            <c:idx val="1"/>
            <c:invertIfNegative val="0"/>
            <c:bubble3D val="0"/>
            <c:spPr>
              <a:solidFill>
                <a:srgbClr val="92D050"/>
              </a:solidFill>
              <a:ln>
                <a:solidFill>
                  <a:schemeClr val="tx2"/>
                </a:solidFill>
              </a:ln>
              <a:effectLst/>
              <a:sp3d>
                <a:contourClr>
                  <a:schemeClr val="tx2"/>
                </a:contourClr>
              </a:sp3d>
            </c:spPr>
          </c:dPt>
          <c:dLbls>
            <c:dLbl>
              <c:idx val="0"/>
              <c:layout>
                <c:manualLayout>
                  <c:x val="0"/>
                  <c:y val="-7.0469959468423479E-2"/>
                </c:manualLayout>
              </c:layout>
              <c:tx>
                <c:rich>
                  <a:bodyPr/>
                  <a:lstStyle/>
                  <a:p>
                    <a:r>
                      <a:rPr lang="en-US" dirty="0" smtClean="0"/>
                      <a:t>88</a:t>
                    </a:r>
                    <a:endParaRPr lang="en-US" dirty="0"/>
                  </a:p>
                </c:rich>
              </c:tx>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3.7582882092141389E-3"/>
                  <c:y val="-3.2031799758374301E-2"/>
                </c:manualLayout>
              </c:layout>
              <c:tx>
                <c:rich>
                  <a:bodyPr/>
                  <a:lstStyle/>
                  <a:p>
                    <a:r>
                      <a:rPr lang="en-US" dirty="0" smtClean="0"/>
                      <a:t>43.75</a:t>
                    </a:r>
                    <a:endParaRPr lang="en-US" dirty="0"/>
                  </a:p>
                </c:rich>
              </c:tx>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Sheet1!$B$35:$B$36</c:f>
              <c:strCache>
                <c:ptCount val="2"/>
                <c:pt idx="0">
                  <c:v>Manual</c:v>
                </c:pt>
                <c:pt idx="1">
                  <c:v>Automation</c:v>
                </c:pt>
              </c:strCache>
            </c:strRef>
          </c:cat>
          <c:val>
            <c:numRef>
              <c:f>Sheet1!$C$35:$C$36</c:f>
              <c:numCache>
                <c:formatCode>General</c:formatCode>
                <c:ptCount val="2"/>
                <c:pt idx="0">
                  <c:v>80</c:v>
                </c:pt>
                <c:pt idx="1">
                  <c:v>35</c:v>
                </c:pt>
              </c:numCache>
            </c:numRef>
          </c:val>
        </c:ser>
        <c:dLbls>
          <c:showLegendKey val="0"/>
          <c:showVal val="0"/>
          <c:showCatName val="0"/>
          <c:showSerName val="0"/>
          <c:showPercent val="0"/>
          <c:showBubbleSize val="0"/>
        </c:dLbls>
        <c:gapWidth val="150"/>
        <c:shape val="box"/>
        <c:axId val="1694191072"/>
        <c:axId val="1694193792"/>
        <c:axId val="0"/>
      </c:bar3DChart>
      <c:catAx>
        <c:axId val="169419107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4193792"/>
        <c:crosses val="autoZero"/>
        <c:auto val="1"/>
        <c:lblAlgn val="ctr"/>
        <c:lblOffset val="100"/>
        <c:noMultiLvlLbl val="0"/>
      </c:catAx>
      <c:valAx>
        <c:axId val="169419379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6941910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Cost</a:t>
            </a:r>
            <a:r>
              <a:rPr lang="en-US" b="1" baseline="0"/>
              <a:t> Analysis</a:t>
            </a:r>
            <a:endParaRPr lang="en-US" b="1"/>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solidFill>
            <a:srgbClr val="1B8EC5"/>
          </a:solidFill>
        </a:ln>
        <a:effectLst/>
        <a:sp3d>
          <a:contourClr>
            <a:srgbClr val="1B8EC5"/>
          </a:contourClr>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spPr>
            <a:solidFill>
              <a:schemeClr val="accent1"/>
            </a:solidFill>
            <a:ln>
              <a:noFill/>
            </a:ln>
            <a:effectLst/>
            <a:sp3d/>
          </c:spPr>
          <c:invertIfNegative val="0"/>
          <c:dPt>
            <c:idx val="0"/>
            <c:invertIfNegative val="0"/>
            <c:bubble3D val="0"/>
            <c:spPr>
              <a:solidFill>
                <a:schemeClr val="tx2"/>
              </a:solidFill>
              <a:ln>
                <a:noFill/>
              </a:ln>
              <a:effectLst/>
              <a:sp3d/>
            </c:spPr>
          </c:dPt>
          <c:dPt>
            <c:idx val="1"/>
            <c:invertIfNegative val="0"/>
            <c:bubble3D val="0"/>
            <c:spPr>
              <a:solidFill>
                <a:srgbClr val="92D050"/>
              </a:solidFill>
              <a:ln>
                <a:noFill/>
              </a:ln>
              <a:effectLst/>
              <a:sp3d/>
            </c:spPr>
          </c:dPt>
          <c:dLbls>
            <c:dLbl>
              <c:idx val="0"/>
              <c:layout>
                <c:manualLayout>
                  <c:x val="7.6848872925310814E-3"/>
                  <c:y val="-7.4711901769603614E-2"/>
                </c:manualLayout>
              </c:layout>
              <c:tx>
                <c:rich>
                  <a:bodyPr/>
                  <a:lstStyle/>
                  <a:p>
                    <a:r>
                      <a:rPr lang="en-US" dirty="0"/>
                      <a:t>$</a:t>
                    </a:r>
                    <a:r>
                      <a:rPr lang="en-US" dirty="0" smtClean="0"/>
                      <a:t>5,834.00</a:t>
                    </a:r>
                    <a:endParaRPr lang="en-US" dirty="0"/>
                  </a:p>
                </c:rich>
              </c:tx>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2.3054752718110971E-2"/>
                  <c:y val="-6.7956684302407241E-2"/>
                </c:manualLayout>
              </c:layout>
              <c:tx>
                <c:rich>
                  <a:bodyPr/>
                  <a:lstStyle/>
                  <a:p>
                    <a:r>
                      <a:rPr lang="en-US" dirty="0" smtClean="0"/>
                      <a:t>$896.35</a:t>
                    </a:r>
                    <a:endParaRPr lang="en-US" dirty="0"/>
                  </a:p>
                </c:rich>
              </c:tx>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Sheet1!$B$54:$B$55</c:f>
              <c:strCache>
                <c:ptCount val="2"/>
                <c:pt idx="0">
                  <c:v>Manual</c:v>
                </c:pt>
                <c:pt idx="1">
                  <c:v>Automation</c:v>
                </c:pt>
              </c:strCache>
            </c:strRef>
          </c:cat>
          <c:val>
            <c:numRef>
              <c:f>Sheet1!$C$54:$C$55</c:f>
              <c:numCache>
                <c:formatCode>"$"#,##0.00</c:formatCode>
                <c:ptCount val="2"/>
                <c:pt idx="0">
                  <c:v>5304</c:v>
                </c:pt>
                <c:pt idx="1">
                  <c:v>717.08</c:v>
                </c:pt>
              </c:numCache>
            </c:numRef>
          </c:val>
        </c:ser>
        <c:dLbls>
          <c:showLegendKey val="0"/>
          <c:showVal val="0"/>
          <c:showCatName val="0"/>
          <c:showSerName val="0"/>
          <c:showPercent val="0"/>
          <c:showBubbleSize val="0"/>
        </c:dLbls>
        <c:gapWidth val="150"/>
        <c:shape val="box"/>
        <c:axId val="1694188896"/>
        <c:axId val="1694197056"/>
        <c:axId val="0"/>
      </c:bar3DChart>
      <c:catAx>
        <c:axId val="16941888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4197056"/>
        <c:crosses val="autoZero"/>
        <c:auto val="1"/>
        <c:lblAlgn val="ctr"/>
        <c:lblOffset val="100"/>
        <c:noMultiLvlLbl val="0"/>
      </c:catAx>
      <c:valAx>
        <c:axId val="1694197056"/>
        <c:scaling>
          <c:orientation val="minMax"/>
        </c:scaling>
        <c:delete val="1"/>
        <c:axPos val="l"/>
        <c:majorGridlines>
          <c:spPr>
            <a:ln w="9525" cap="flat" cmpd="sng" algn="ctr">
              <a:noFill/>
              <a:round/>
            </a:ln>
            <a:effectLst/>
          </c:spPr>
        </c:majorGridlines>
        <c:numFmt formatCode="&quot;$&quot;#,##0.00" sourceLinked="1"/>
        <c:majorTickMark val="none"/>
        <c:minorTickMark val="none"/>
        <c:tickLblPos val="nextTo"/>
        <c:crossAx val="16941888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Automation</a:t>
            </a:r>
            <a:r>
              <a:rPr lang="en-US" baseline="0"/>
              <a:t> Coverage</a:t>
            </a:r>
            <a:endParaRPr lang="en-US"/>
          </a:p>
        </c:rich>
      </c:tx>
      <c:layout/>
      <c:overlay val="0"/>
    </c:title>
    <c:autoTitleDeleted val="0"/>
    <c:view3D>
      <c:rotX val="30"/>
      <c:rotY val="0"/>
      <c:rAngAx val="0"/>
    </c:view3D>
    <c:floor>
      <c:thickness val="0"/>
    </c:floor>
    <c:sideWall>
      <c:thickness val="0"/>
    </c:sideWall>
    <c:backWall>
      <c:thickness val="0"/>
    </c:backWall>
    <c:plotArea>
      <c:layout/>
      <c:pie3DChart>
        <c:varyColors val="1"/>
        <c:ser>
          <c:idx val="0"/>
          <c:order val="0"/>
          <c:tx>
            <c:strRef>
              <c:f>'Sheet1 (2)'!$C$3</c:f>
              <c:strCache>
                <c:ptCount val="1"/>
                <c:pt idx="0">
                  <c:v>Test Case Count</c:v>
                </c:pt>
              </c:strCache>
            </c:strRef>
          </c:tx>
          <c:dLbls>
            <c:dLbl>
              <c:idx val="0"/>
              <c:layout/>
              <c:showLegendKey val="0"/>
              <c:showVal val="1"/>
              <c:showCatName val="0"/>
              <c:showSerName val="0"/>
              <c:showPercent val="0"/>
              <c:showBubbleSize val="0"/>
              <c:extLst>
                <c:ext xmlns:c15="http://schemas.microsoft.com/office/drawing/2012/chart" uri="{CE6537A1-D6FC-4f65-9D91-7224C49458BB}">
                  <c15:layout/>
                </c:ext>
              </c:extLst>
            </c:dLbl>
            <c:dLbl>
              <c:idx val="1"/>
              <c:layout/>
              <c:showLegendKey val="0"/>
              <c:showVal val="1"/>
              <c:showCatName val="0"/>
              <c:showSerName val="0"/>
              <c:showPercent val="0"/>
              <c:showBubbleSize val="0"/>
              <c:extLst>
                <c:ext xmlns:c15="http://schemas.microsoft.com/office/drawing/2012/chart" uri="{CE6537A1-D6FC-4f65-9D91-7224C49458BB}">
                  <c15:layout/>
                </c:ext>
              </c:extLst>
            </c:dLbl>
            <c:dLbl>
              <c:idx val="2"/>
              <c:layout/>
              <c:showLegendKey val="0"/>
              <c:showVal val="1"/>
              <c:showCatName val="0"/>
              <c:showSerName val="0"/>
              <c:showPercent val="0"/>
              <c:showBubbleSize val="0"/>
              <c:extLst>
                <c:ext xmlns:c15="http://schemas.microsoft.com/office/drawing/2012/chart" uri="{CE6537A1-D6FC-4f65-9D91-7224C49458BB}">
                  <c15:layout/>
                </c:ext>
              </c:extLst>
            </c:dLbl>
            <c:dLbl>
              <c:idx val="3"/>
              <c:layout/>
              <c:showLegendKey val="0"/>
              <c:showVal val="1"/>
              <c:showCatName val="0"/>
              <c:showSerName val="0"/>
              <c:showPercent val="0"/>
              <c:showBubbleSize val="0"/>
              <c:extLst>
                <c:ext xmlns:c15="http://schemas.microsoft.com/office/drawing/2012/chart" uri="{CE6537A1-D6FC-4f65-9D91-7224C49458BB}">
                  <c15:layout/>
                </c:ext>
              </c:extLst>
            </c:dLbl>
            <c:dLbl>
              <c:idx val="4"/>
              <c:layout/>
              <c:showLegendKey val="0"/>
              <c:showVal val="1"/>
              <c:showCatName val="0"/>
              <c:showSerName val="0"/>
              <c:showPercent val="0"/>
              <c:showBubbleSize val="0"/>
              <c:extLst>
                <c:ext xmlns:c15="http://schemas.microsoft.com/office/drawing/2012/chart" uri="{CE6537A1-D6FC-4f65-9D91-7224C49458BB}">
                  <c15:layout/>
                </c:ext>
              </c:extLst>
            </c:dLbl>
            <c:dLbl>
              <c:idx val="5"/>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 (2)'!$B$4:$B$9</c:f>
              <c:strCache>
                <c:ptCount val="6"/>
                <c:pt idx="0">
                  <c:v>Custom Menus</c:v>
                </c:pt>
                <c:pt idx="1">
                  <c:v>Interface</c:v>
                </c:pt>
                <c:pt idx="2">
                  <c:v>End to End</c:v>
                </c:pt>
                <c:pt idx="3">
                  <c:v>Batch Jobs</c:v>
                </c:pt>
                <c:pt idx="4">
                  <c:v>Manhattan Menus</c:v>
                </c:pt>
                <c:pt idx="5">
                  <c:v>PO Creation</c:v>
                </c:pt>
              </c:strCache>
            </c:strRef>
          </c:cat>
          <c:val>
            <c:numRef>
              <c:f>'Sheet1 (2)'!$C$4:$C$9</c:f>
              <c:numCache>
                <c:formatCode>General</c:formatCode>
                <c:ptCount val="6"/>
                <c:pt idx="0">
                  <c:v>125</c:v>
                </c:pt>
                <c:pt idx="1">
                  <c:v>32</c:v>
                </c:pt>
                <c:pt idx="2">
                  <c:v>35</c:v>
                </c:pt>
                <c:pt idx="3">
                  <c:v>118</c:v>
                </c:pt>
                <c:pt idx="4">
                  <c:v>21</c:v>
                </c:pt>
                <c:pt idx="5">
                  <c:v>13</c:v>
                </c:pt>
              </c:numCache>
            </c:numRef>
          </c:val>
        </c:ser>
        <c:dLbls>
          <c:showLegendKey val="0"/>
          <c:showVal val="0"/>
          <c:showCatName val="0"/>
          <c:showSerName val="0"/>
          <c:showPercent val="0"/>
          <c:showBubbleSize val="0"/>
          <c:showLeaderLines val="1"/>
        </c:dLbls>
      </c:pie3DChart>
    </c:plotArea>
    <c:legend>
      <c:legendPos val="r"/>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Overall Test </a:t>
            </a:r>
            <a:r>
              <a:rPr lang="en-US" baseline="0"/>
              <a:t>Coverage</a:t>
            </a:r>
            <a:endParaRPr lang="en-US"/>
          </a:p>
        </c:rich>
      </c:tx>
      <c:layout/>
      <c:overlay val="0"/>
    </c:title>
    <c:autoTitleDeleted val="0"/>
    <c:view3D>
      <c:rotX val="30"/>
      <c:rotY val="0"/>
      <c:rAngAx val="0"/>
    </c:view3D>
    <c:floor>
      <c:thickness val="0"/>
    </c:floor>
    <c:sideWall>
      <c:thickness val="0"/>
    </c:sideWall>
    <c:backWall>
      <c:thickness val="0"/>
    </c:backWall>
    <c:plotArea>
      <c:layout/>
      <c:pie3DChart>
        <c:varyColors val="1"/>
        <c:ser>
          <c:idx val="0"/>
          <c:order val="0"/>
          <c:tx>
            <c:strRef>
              <c:f>'Sheet1 (2)'!$C$12</c:f>
              <c:strCache>
                <c:ptCount val="1"/>
                <c:pt idx="0">
                  <c:v>Test Case Count</c:v>
                </c:pt>
              </c:strCache>
            </c:strRef>
          </c:tx>
          <c:dLbls>
            <c:dLbl>
              <c:idx val="0"/>
              <c:layout/>
              <c:showLegendKey val="0"/>
              <c:showVal val="1"/>
              <c:showCatName val="0"/>
              <c:showSerName val="0"/>
              <c:showPercent val="0"/>
              <c:showBubbleSize val="0"/>
              <c:extLst>
                <c:ext xmlns:c15="http://schemas.microsoft.com/office/drawing/2012/chart" uri="{CE6537A1-D6FC-4f65-9D91-7224C49458BB}">
                  <c15:layout/>
                </c:ext>
              </c:extLst>
            </c:dLbl>
            <c:dLbl>
              <c:idx val="1"/>
              <c:layout/>
              <c:showLegendKey val="0"/>
              <c:showVal val="1"/>
              <c:showCatName val="0"/>
              <c:showSerName val="0"/>
              <c:showPercent val="0"/>
              <c:showBubbleSize val="0"/>
              <c:extLst>
                <c:ext xmlns:c15="http://schemas.microsoft.com/office/drawing/2012/chart" uri="{CE6537A1-D6FC-4f65-9D91-7224C49458BB}">
                  <c15:layout/>
                </c:ext>
              </c:extLst>
            </c:dLbl>
            <c:dLbl>
              <c:idx val="2"/>
              <c:layout/>
              <c:showLegendKey val="0"/>
              <c:showVal val="1"/>
              <c:showCatName val="0"/>
              <c:showSerName val="0"/>
              <c:showPercent val="0"/>
              <c:showBubbleSize val="0"/>
              <c:extLst>
                <c:ext xmlns:c15="http://schemas.microsoft.com/office/drawing/2012/chart" uri="{CE6537A1-D6FC-4f65-9D91-7224C49458BB}">
                  <c15:layout/>
                </c:ext>
              </c:extLst>
            </c:dLbl>
            <c:dLbl>
              <c:idx val="3"/>
              <c:layout/>
              <c:showLegendKey val="0"/>
              <c:showVal val="1"/>
              <c:showCatName val="0"/>
              <c:showSerName val="0"/>
              <c:showPercent val="0"/>
              <c:showBubbleSize val="0"/>
              <c:extLst>
                <c:ext xmlns:c15="http://schemas.microsoft.com/office/drawing/2012/chart" uri="{CE6537A1-D6FC-4f65-9D91-7224C49458BB}">
                  <c15:layout/>
                </c:ext>
              </c:extLst>
            </c:dLbl>
            <c:dLbl>
              <c:idx val="4"/>
              <c:layout/>
              <c:showLegendKey val="0"/>
              <c:showVal val="1"/>
              <c:showCatName val="0"/>
              <c:showSerName val="0"/>
              <c:showPercent val="0"/>
              <c:showBubbleSize val="0"/>
              <c:extLst>
                <c:ext xmlns:c15="http://schemas.microsoft.com/office/drawing/2012/chart" uri="{CE6537A1-D6FC-4f65-9D91-7224C49458BB}">
                  <c15:layout/>
                </c:ext>
              </c:extLst>
            </c:dLbl>
            <c:dLbl>
              <c:idx val="5"/>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 (2)'!$B$13:$B$18</c:f>
              <c:strCache>
                <c:ptCount val="6"/>
                <c:pt idx="0">
                  <c:v>Custom Menus</c:v>
                </c:pt>
                <c:pt idx="1">
                  <c:v>Interface</c:v>
                </c:pt>
                <c:pt idx="2">
                  <c:v>End to End</c:v>
                </c:pt>
                <c:pt idx="3">
                  <c:v>Batch Jobs</c:v>
                </c:pt>
                <c:pt idx="4">
                  <c:v>Manhattan Menus</c:v>
                </c:pt>
                <c:pt idx="5">
                  <c:v>PO Creation</c:v>
                </c:pt>
              </c:strCache>
            </c:strRef>
          </c:cat>
          <c:val>
            <c:numRef>
              <c:f>'Sheet1 (2)'!$C$13:$C$18</c:f>
              <c:numCache>
                <c:formatCode>General</c:formatCode>
                <c:ptCount val="6"/>
                <c:pt idx="0">
                  <c:v>281</c:v>
                </c:pt>
                <c:pt idx="1">
                  <c:v>88</c:v>
                </c:pt>
                <c:pt idx="2">
                  <c:v>40</c:v>
                </c:pt>
                <c:pt idx="3">
                  <c:v>177</c:v>
                </c:pt>
                <c:pt idx="4">
                  <c:v>21</c:v>
                </c:pt>
                <c:pt idx="5">
                  <c:v>13</c:v>
                </c:pt>
              </c:numCache>
            </c:numRef>
          </c:val>
        </c:ser>
        <c:dLbls>
          <c:showLegendKey val="0"/>
          <c:showVal val="0"/>
          <c:showCatName val="0"/>
          <c:showSerName val="0"/>
          <c:showPercent val="0"/>
          <c:showBubbleSize val="0"/>
          <c:showLeaderLines val="1"/>
        </c:dLbls>
      </c:pie3DChart>
    </c:plotArea>
    <c:legend>
      <c:legendPos val="r"/>
      <c:layout/>
      <c:overlay val="0"/>
    </c:legend>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6EC32B-ABF6-4FD9-9BDC-6EEE7079115F}" type="doc">
      <dgm:prSet loTypeId="urn:microsoft.com/office/officeart/2005/8/layout/lProcess3" loCatId="process" qsTypeId="urn:microsoft.com/office/officeart/2005/8/quickstyle/simple2" qsCatId="simple" csTypeId="urn:microsoft.com/office/officeart/2005/8/colors/accent1_2" csCatId="accent1" phldr="1"/>
      <dgm:spPr/>
      <dgm:t>
        <a:bodyPr/>
        <a:lstStyle/>
        <a:p>
          <a:endParaRPr lang="en-US"/>
        </a:p>
      </dgm:t>
    </dgm:pt>
    <dgm:pt modelId="{63B0F95F-C461-49B5-A804-43F9CD2D8501}">
      <dgm:prSet custT="1"/>
      <dgm:spPr>
        <a:solidFill>
          <a:schemeClr val="bg1">
            <a:lumMod val="50000"/>
          </a:schemeClr>
        </a:solidFill>
      </dgm:spPr>
      <dgm:t>
        <a:bodyPr/>
        <a:lstStyle/>
        <a:p>
          <a:pPr rtl="0"/>
          <a:r>
            <a:rPr lang="en-US" sz="2000" dirty="0" smtClean="0"/>
            <a:t>Process</a:t>
          </a:r>
          <a:endParaRPr lang="en-US" sz="2000" dirty="0"/>
        </a:p>
      </dgm:t>
    </dgm:pt>
    <dgm:pt modelId="{35F159B9-5122-46D4-8432-3F81B25A1712}" type="parTrans" cxnId="{62777F7D-25DC-4112-B71F-438B060FEA89}">
      <dgm:prSet/>
      <dgm:spPr/>
      <dgm:t>
        <a:bodyPr/>
        <a:lstStyle/>
        <a:p>
          <a:endParaRPr lang="en-US"/>
        </a:p>
      </dgm:t>
    </dgm:pt>
    <dgm:pt modelId="{C55C1E57-01FC-465F-AFB5-B357EC5CACEF}" type="sibTrans" cxnId="{62777F7D-25DC-4112-B71F-438B060FEA89}">
      <dgm:prSet/>
      <dgm:spPr/>
      <dgm:t>
        <a:bodyPr/>
        <a:lstStyle/>
        <a:p>
          <a:endParaRPr lang="en-US"/>
        </a:p>
      </dgm:t>
    </dgm:pt>
    <dgm:pt modelId="{DDDD0904-48C1-49F1-B9FE-67401811B66A}">
      <dgm:prSet/>
      <dgm:spPr>
        <a:solidFill>
          <a:schemeClr val="bg1">
            <a:lumMod val="95000"/>
            <a:alpha val="90000"/>
          </a:schemeClr>
        </a:solidFill>
      </dgm:spPr>
      <dgm:t>
        <a:bodyPr/>
        <a:lstStyle/>
        <a:p>
          <a:pPr rtl="0"/>
          <a:r>
            <a:rPr lang="en-US" b="0" dirty="0" smtClean="0"/>
            <a:t>Adhoc Testing (Inadequate Regression Test coverage)</a:t>
          </a:r>
          <a:endParaRPr lang="en-US" b="0" dirty="0"/>
        </a:p>
      </dgm:t>
    </dgm:pt>
    <dgm:pt modelId="{2E1DF55A-8A3F-4356-B469-06F0BD995196}" type="parTrans" cxnId="{394C66BA-0F77-40B3-B361-6537CAD56D32}">
      <dgm:prSet/>
      <dgm:spPr/>
      <dgm:t>
        <a:bodyPr/>
        <a:lstStyle/>
        <a:p>
          <a:endParaRPr lang="en-US"/>
        </a:p>
      </dgm:t>
    </dgm:pt>
    <dgm:pt modelId="{4CFECF30-BF7C-44B1-9903-4DD5BC4767FE}" type="sibTrans" cxnId="{394C66BA-0F77-40B3-B361-6537CAD56D32}">
      <dgm:prSet/>
      <dgm:spPr/>
      <dgm:t>
        <a:bodyPr/>
        <a:lstStyle/>
        <a:p>
          <a:endParaRPr lang="en-US"/>
        </a:p>
      </dgm:t>
    </dgm:pt>
    <dgm:pt modelId="{82261ADE-BFA7-4024-B049-96AF7E8626C2}">
      <dgm:prSet/>
      <dgm:spPr>
        <a:solidFill>
          <a:schemeClr val="bg1">
            <a:lumMod val="95000"/>
            <a:alpha val="90000"/>
          </a:schemeClr>
        </a:solidFill>
      </dgm:spPr>
      <dgm:t>
        <a:bodyPr/>
        <a:lstStyle/>
        <a:p>
          <a:pPr rtl="0"/>
          <a:r>
            <a:rPr lang="en-US" dirty="0" smtClean="0"/>
            <a:t>No Testing review process</a:t>
          </a:r>
          <a:endParaRPr lang="en-US" dirty="0"/>
        </a:p>
      </dgm:t>
    </dgm:pt>
    <dgm:pt modelId="{31481B09-C808-4D05-8A96-C8075CB90B7F}" type="parTrans" cxnId="{F9825ED8-1D45-49D3-95ED-4D8B713AE8FA}">
      <dgm:prSet/>
      <dgm:spPr/>
      <dgm:t>
        <a:bodyPr/>
        <a:lstStyle/>
        <a:p>
          <a:endParaRPr lang="en-US"/>
        </a:p>
      </dgm:t>
    </dgm:pt>
    <dgm:pt modelId="{54C1C5A8-EDA4-4086-AD35-5E16831443AE}" type="sibTrans" cxnId="{F9825ED8-1D45-49D3-95ED-4D8B713AE8FA}">
      <dgm:prSet/>
      <dgm:spPr/>
      <dgm:t>
        <a:bodyPr/>
        <a:lstStyle/>
        <a:p>
          <a:endParaRPr lang="en-US"/>
        </a:p>
      </dgm:t>
    </dgm:pt>
    <dgm:pt modelId="{85EE1E16-735A-4BEB-AAFB-36D7A02431F0}">
      <dgm:prSet/>
      <dgm:spPr>
        <a:solidFill>
          <a:schemeClr val="bg1">
            <a:lumMod val="95000"/>
            <a:alpha val="90000"/>
          </a:schemeClr>
        </a:solidFill>
      </dgm:spPr>
      <dgm:t>
        <a:bodyPr/>
        <a:lstStyle/>
        <a:p>
          <a:pPr rtl="0"/>
          <a:r>
            <a:rPr lang="en-US" dirty="0" smtClean="0"/>
            <a:t>Testing Co-ordination and impact analysis disconnects</a:t>
          </a:r>
          <a:endParaRPr lang="en-US" dirty="0"/>
        </a:p>
      </dgm:t>
    </dgm:pt>
    <dgm:pt modelId="{76B5C667-F1B5-40FB-9908-55BDB981BDF5}" type="parTrans" cxnId="{F523EF45-5B9A-4DC9-A906-E63AEA395419}">
      <dgm:prSet/>
      <dgm:spPr/>
      <dgm:t>
        <a:bodyPr/>
        <a:lstStyle/>
        <a:p>
          <a:endParaRPr lang="en-US"/>
        </a:p>
      </dgm:t>
    </dgm:pt>
    <dgm:pt modelId="{9791807E-21E3-491C-B5CF-C80F8E5127F9}" type="sibTrans" cxnId="{F523EF45-5B9A-4DC9-A906-E63AEA395419}">
      <dgm:prSet/>
      <dgm:spPr/>
      <dgm:t>
        <a:bodyPr/>
        <a:lstStyle/>
        <a:p>
          <a:endParaRPr lang="en-US"/>
        </a:p>
      </dgm:t>
    </dgm:pt>
    <dgm:pt modelId="{D791D90E-E1A8-426C-B652-1BA1C24E74DE}">
      <dgm:prSet/>
      <dgm:spPr>
        <a:solidFill>
          <a:schemeClr val="bg1">
            <a:lumMod val="95000"/>
            <a:alpha val="90000"/>
          </a:schemeClr>
        </a:solidFill>
      </dgm:spPr>
      <dgm:t>
        <a:bodyPr/>
        <a:lstStyle/>
        <a:p>
          <a:pPr rtl="0"/>
          <a:r>
            <a:rPr lang="en-US" b="0" dirty="0" smtClean="0"/>
            <a:t>Manual Test Data management processes</a:t>
          </a:r>
          <a:endParaRPr lang="en-US" b="0" dirty="0"/>
        </a:p>
      </dgm:t>
    </dgm:pt>
    <dgm:pt modelId="{192EAFD1-A635-4D7D-80CC-841810421599}" type="parTrans" cxnId="{72F31392-676D-478A-814C-34C197B6BED1}">
      <dgm:prSet/>
      <dgm:spPr/>
      <dgm:t>
        <a:bodyPr/>
        <a:lstStyle/>
        <a:p>
          <a:endParaRPr lang="en-US"/>
        </a:p>
      </dgm:t>
    </dgm:pt>
    <dgm:pt modelId="{19789BD6-91B2-45E6-AE07-B9A923BC601E}" type="sibTrans" cxnId="{72F31392-676D-478A-814C-34C197B6BED1}">
      <dgm:prSet/>
      <dgm:spPr/>
      <dgm:t>
        <a:bodyPr/>
        <a:lstStyle/>
        <a:p>
          <a:endParaRPr lang="en-US"/>
        </a:p>
      </dgm:t>
    </dgm:pt>
    <dgm:pt modelId="{2E2B7187-50C3-4083-87BB-23BC45648349}">
      <dgm:prSet/>
      <dgm:spPr>
        <a:solidFill>
          <a:schemeClr val="bg1">
            <a:lumMod val="95000"/>
            <a:alpha val="90000"/>
          </a:schemeClr>
        </a:solidFill>
      </dgm:spPr>
      <dgm:t>
        <a:bodyPr/>
        <a:lstStyle/>
        <a:p>
          <a:pPr rtl="0"/>
          <a:r>
            <a:rPr lang="en-US" dirty="0" smtClean="0"/>
            <a:t>5 days of Regression Testing window with additional contingency</a:t>
          </a:r>
          <a:endParaRPr lang="en-US" b="1" dirty="0"/>
        </a:p>
      </dgm:t>
    </dgm:pt>
    <dgm:pt modelId="{F599370F-FBE2-4008-B1F1-7A5A3205B93D}" type="parTrans" cxnId="{F2C3E770-748A-4AB0-B014-6EE97A06815B}">
      <dgm:prSet/>
      <dgm:spPr/>
      <dgm:t>
        <a:bodyPr/>
        <a:lstStyle/>
        <a:p>
          <a:endParaRPr lang="en-US"/>
        </a:p>
      </dgm:t>
    </dgm:pt>
    <dgm:pt modelId="{00A2E3B8-5244-4701-9163-F5FC3AC3E4D3}" type="sibTrans" cxnId="{F2C3E770-748A-4AB0-B014-6EE97A06815B}">
      <dgm:prSet/>
      <dgm:spPr/>
      <dgm:t>
        <a:bodyPr/>
        <a:lstStyle/>
        <a:p>
          <a:endParaRPr lang="en-US"/>
        </a:p>
      </dgm:t>
    </dgm:pt>
    <dgm:pt modelId="{648F779D-032F-47DC-AFD8-812C23B84FDB}">
      <dgm:prSet custT="1"/>
      <dgm:spPr>
        <a:solidFill>
          <a:schemeClr val="bg1">
            <a:lumMod val="50000"/>
          </a:schemeClr>
        </a:solidFill>
      </dgm:spPr>
      <dgm:t>
        <a:bodyPr/>
        <a:lstStyle/>
        <a:p>
          <a:pPr rtl="0"/>
          <a:r>
            <a:rPr lang="en-US" sz="2000" dirty="0" smtClean="0"/>
            <a:t>Quality</a:t>
          </a:r>
          <a:endParaRPr lang="en-US" sz="2000" dirty="0"/>
        </a:p>
      </dgm:t>
    </dgm:pt>
    <dgm:pt modelId="{45232B3B-C9FD-4276-8362-03F137D03B40}" type="parTrans" cxnId="{C33C701D-6B26-491D-9C03-926C906E28BB}">
      <dgm:prSet/>
      <dgm:spPr/>
      <dgm:t>
        <a:bodyPr/>
        <a:lstStyle/>
        <a:p>
          <a:endParaRPr lang="en-US"/>
        </a:p>
      </dgm:t>
    </dgm:pt>
    <dgm:pt modelId="{071EACDD-4098-4DC6-8302-D3A6F03C3BA4}" type="sibTrans" cxnId="{C33C701D-6B26-491D-9C03-926C906E28BB}">
      <dgm:prSet/>
      <dgm:spPr/>
      <dgm:t>
        <a:bodyPr/>
        <a:lstStyle/>
        <a:p>
          <a:endParaRPr lang="en-US"/>
        </a:p>
      </dgm:t>
    </dgm:pt>
    <dgm:pt modelId="{1B8D3D14-962C-4212-A863-137C3FD20B3E}">
      <dgm:prSet/>
      <dgm:spPr>
        <a:solidFill>
          <a:schemeClr val="bg1">
            <a:lumMod val="95000"/>
            <a:alpha val="90000"/>
          </a:schemeClr>
        </a:solidFill>
      </dgm:spPr>
      <dgm:t>
        <a:bodyPr/>
        <a:lstStyle/>
        <a:p>
          <a:pPr rtl="0"/>
          <a:r>
            <a:rPr lang="en-US" dirty="0" smtClean="0"/>
            <a:t>proof of testing not uniform/available</a:t>
          </a:r>
          <a:endParaRPr lang="en-US" dirty="0"/>
        </a:p>
      </dgm:t>
    </dgm:pt>
    <dgm:pt modelId="{C11A80CA-AC61-4992-BBEF-D4E8FD15636A}" type="parTrans" cxnId="{C0FE6780-7E3A-483F-B7BD-19958BE2A4A7}">
      <dgm:prSet/>
      <dgm:spPr/>
      <dgm:t>
        <a:bodyPr/>
        <a:lstStyle/>
        <a:p>
          <a:endParaRPr lang="en-US"/>
        </a:p>
      </dgm:t>
    </dgm:pt>
    <dgm:pt modelId="{E36A0EB8-4093-4B9A-9AFD-9B43DCF5FFCC}" type="sibTrans" cxnId="{C0FE6780-7E3A-483F-B7BD-19958BE2A4A7}">
      <dgm:prSet/>
      <dgm:spPr/>
      <dgm:t>
        <a:bodyPr/>
        <a:lstStyle/>
        <a:p>
          <a:endParaRPr lang="en-US"/>
        </a:p>
      </dgm:t>
    </dgm:pt>
    <dgm:pt modelId="{BFA2DE46-FAFD-416E-8775-75AF0775616D}">
      <dgm:prSet/>
      <dgm:spPr>
        <a:solidFill>
          <a:schemeClr val="bg1">
            <a:lumMod val="95000"/>
            <a:alpha val="90000"/>
          </a:schemeClr>
        </a:solidFill>
      </dgm:spPr>
      <dgm:t>
        <a:bodyPr/>
        <a:lstStyle/>
        <a:p>
          <a:pPr rtl="0"/>
          <a:r>
            <a:rPr lang="en-US" b="0" dirty="0" smtClean="0"/>
            <a:t>No consolidated reporting</a:t>
          </a:r>
          <a:endParaRPr lang="en-US" b="0" dirty="0"/>
        </a:p>
      </dgm:t>
    </dgm:pt>
    <dgm:pt modelId="{500C3365-9426-41C2-916C-2C42C50F835D}" type="parTrans" cxnId="{C7D73F40-C612-42E9-A640-418933395AFE}">
      <dgm:prSet/>
      <dgm:spPr/>
      <dgm:t>
        <a:bodyPr/>
        <a:lstStyle/>
        <a:p>
          <a:endParaRPr lang="en-US"/>
        </a:p>
      </dgm:t>
    </dgm:pt>
    <dgm:pt modelId="{A3966E0E-039E-483A-9A1D-9A178AAA813D}" type="sibTrans" cxnId="{C7D73F40-C612-42E9-A640-418933395AFE}">
      <dgm:prSet/>
      <dgm:spPr/>
      <dgm:t>
        <a:bodyPr/>
        <a:lstStyle/>
        <a:p>
          <a:endParaRPr lang="en-US"/>
        </a:p>
      </dgm:t>
    </dgm:pt>
    <dgm:pt modelId="{255D7A37-071F-4860-9229-7CDC156AFCBF}">
      <dgm:prSet/>
      <dgm:spPr>
        <a:solidFill>
          <a:schemeClr val="bg1">
            <a:lumMod val="95000"/>
            <a:alpha val="90000"/>
          </a:schemeClr>
        </a:solidFill>
      </dgm:spPr>
      <dgm:t>
        <a:bodyPr/>
        <a:lstStyle/>
        <a:p>
          <a:pPr rtl="0"/>
          <a:r>
            <a:rPr lang="en-US" dirty="0" smtClean="0"/>
            <a:t>Lack of Targeted testing</a:t>
          </a:r>
          <a:endParaRPr lang="en-US" dirty="0"/>
        </a:p>
      </dgm:t>
    </dgm:pt>
    <dgm:pt modelId="{FAE33C04-943C-481B-8A0F-E5BED6E9F008}" type="parTrans" cxnId="{6A7A473D-8638-4E2F-970F-C414361FCE10}">
      <dgm:prSet/>
      <dgm:spPr/>
      <dgm:t>
        <a:bodyPr/>
        <a:lstStyle/>
        <a:p>
          <a:endParaRPr lang="en-US"/>
        </a:p>
      </dgm:t>
    </dgm:pt>
    <dgm:pt modelId="{BC6946B5-7758-4AE4-B3EA-7E044FE76AA6}" type="sibTrans" cxnId="{6A7A473D-8638-4E2F-970F-C414361FCE10}">
      <dgm:prSet/>
      <dgm:spPr/>
      <dgm:t>
        <a:bodyPr/>
        <a:lstStyle/>
        <a:p>
          <a:endParaRPr lang="en-US"/>
        </a:p>
      </dgm:t>
    </dgm:pt>
    <dgm:pt modelId="{4605087C-9A43-49E2-80BA-32D2550F68E6}" type="pres">
      <dgm:prSet presAssocID="{096EC32B-ABF6-4FD9-9BDC-6EEE7079115F}" presName="Name0" presStyleCnt="0">
        <dgm:presLayoutVars>
          <dgm:chPref val="3"/>
          <dgm:dir/>
          <dgm:animLvl val="lvl"/>
          <dgm:resizeHandles/>
        </dgm:presLayoutVars>
      </dgm:prSet>
      <dgm:spPr/>
      <dgm:t>
        <a:bodyPr/>
        <a:lstStyle/>
        <a:p>
          <a:endParaRPr lang="en-US"/>
        </a:p>
      </dgm:t>
    </dgm:pt>
    <dgm:pt modelId="{7CAE6FA0-F7B6-4264-83D4-B3E942265D63}" type="pres">
      <dgm:prSet presAssocID="{63B0F95F-C461-49B5-A804-43F9CD2D8501}" presName="horFlow" presStyleCnt="0"/>
      <dgm:spPr/>
    </dgm:pt>
    <dgm:pt modelId="{B6E3DB26-F400-4101-B335-93C9C0843C7D}" type="pres">
      <dgm:prSet presAssocID="{63B0F95F-C461-49B5-A804-43F9CD2D8501}" presName="bigChev" presStyleLbl="node1" presStyleIdx="0" presStyleCnt="2"/>
      <dgm:spPr/>
      <dgm:t>
        <a:bodyPr/>
        <a:lstStyle/>
        <a:p>
          <a:endParaRPr lang="en-US"/>
        </a:p>
      </dgm:t>
    </dgm:pt>
    <dgm:pt modelId="{702246C3-0AAD-4A0D-BB58-95D031135FC1}" type="pres">
      <dgm:prSet presAssocID="{2E1DF55A-8A3F-4356-B469-06F0BD995196}" presName="parTrans" presStyleCnt="0"/>
      <dgm:spPr/>
    </dgm:pt>
    <dgm:pt modelId="{65E90E3A-16CF-4461-93C5-C7A9C48BD4EB}" type="pres">
      <dgm:prSet presAssocID="{DDDD0904-48C1-49F1-B9FE-67401811B66A}" presName="node" presStyleLbl="alignAccFollowNode1" presStyleIdx="0" presStyleCnt="8">
        <dgm:presLayoutVars>
          <dgm:bulletEnabled val="1"/>
        </dgm:presLayoutVars>
      </dgm:prSet>
      <dgm:spPr/>
      <dgm:t>
        <a:bodyPr/>
        <a:lstStyle/>
        <a:p>
          <a:endParaRPr lang="en-US"/>
        </a:p>
      </dgm:t>
    </dgm:pt>
    <dgm:pt modelId="{848F7117-C1B7-4165-B0A7-DBBFC5C4FD1B}" type="pres">
      <dgm:prSet presAssocID="{4CFECF30-BF7C-44B1-9903-4DD5BC4767FE}" presName="sibTrans" presStyleCnt="0"/>
      <dgm:spPr/>
    </dgm:pt>
    <dgm:pt modelId="{3AF91D8E-6123-4B8A-A617-1BC177B64634}" type="pres">
      <dgm:prSet presAssocID="{D791D90E-E1A8-426C-B652-1BA1C24E74DE}" presName="node" presStyleLbl="alignAccFollowNode1" presStyleIdx="1" presStyleCnt="8">
        <dgm:presLayoutVars>
          <dgm:bulletEnabled val="1"/>
        </dgm:presLayoutVars>
      </dgm:prSet>
      <dgm:spPr/>
      <dgm:t>
        <a:bodyPr/>
        <a:lstStyle/>
        <a:p>
          <a:endParaRPr lang="en-US"/>
        </a:p>
      </dgm:t>
    </dgm:pt>
    <dgm:pt modelId="{0A99152B-F3A5-4481-B519-A115801A3649}" type="pres">
      <dgm:prSet presAssocID="{19789BD6-91B2-45E6-AE07-B9A923BC601E}" presName="sibTrans" presStyleCnt="0"/>
      <dgm:spPr/>
    </dgm:pt>
    <dgm:pt modelId="{5915E3BF-FAF0-4097-8BF0-8F2B77B9FE99}" type="pres">
      <dgm:prSet presAssocID="{2E2B7187-50C3-4083-87BB-23BC45648349}" presName="node" presStyleLbl="alignAccFollowNode1" presStyleIdx="2" presStyleCnt="8">
        <dgm:presLayoutVars>
          <dgm:bulletEnabled val="1"/>
        </dgm:presLayoutVars>
      </dgm:prSet>
      <dgm:spPr/>
      <dgm:t>
        <a:bodyPr/>
        <a:lstStyle/>
        <a:p>
          <a:endParaRPr lang="en-US"/>
        </a:p>
      </dgm:t>
    </dgm:pt>
    <dgm:pt modelId="{BF492CD3-6D5E-41F0-8CF4-85A2263F81DD}" type="pres">
      <dgm:prSet presAssocID="{00A2E3B8-5244-4701-9163-F5FC3AC3E4D3}" presName="sibTrans" presStyleCnt="0"/>
      <dgm:spPr/>
    </dgm:pt>
    <dgm:pt modelId="{F9178208-CC63-4C2F-9D79-DA89BDCFE47D}" type="pres">
      <dgm:prSet presAssocID="{BFA2DE46-FAFD-416E-8775-75AF0775616D}" presName="node" presStyleLbl="alignAccFollowNode1" presStyleIdx="3" presStyleCnt="8">
        <dgm:presLayoutVars>
          <dgm:bulletEnabled val="1"/>
        </dgm:presLayoutVars>
      </dgm:prSet>
      <dgm:spPr/>
      <dgm:t>
        <a:bodyPr/>
        <a:lstStyle/>
        <a:p>
          <a:endParaRPr lang="en-US"/>
        </a:p>
      </dgm:t>
    </dgm:pt>
    <dgm:pt modelId="{A6A8CDFC-56CA-4291-BBDA-AD81FEB686BC}" type="pres">
      <dgm:prSet presAssocID="{63B0F95F-C461-49B5-A804-43F9CD2D8501}" presName="vSp" presStyleCnt="0"/>
      <dgm:spPr/>
    </dgm:pt>
    <dgm:pt modelId="{4325CFF3-7A4C-4D46-8286-D642ADAF7E03}" type="pres">
      <dgm:prSet presAssocID="{648F779D-032F-47DC-AFD8-812C23B84FDB}" presName="horFlow" presStyleCnt="0"/>
      <dgm:spPr/>
    </dgm:pt>
    <dgm:pt modelId="{46DDC211-0927-4800-A0D4-564DD32519D7}" type="pres">
      <dgm:prSet presAssocID="{648F779D-032F-47DC-AFD8-812C23B84FDB}" presName="bigChev" presStyleLbl="node1" presStyleIdx="1" presStyleCnt="2"/>
      <dgm:spPr/>
      <dgm:t>
        <a:bodyPr/>
        <a:lstStyle/>
        <a:p>
          <a:endParaRPr lang="en-US"/>
        </a:p>
      </dgm:t>
    </dgm:pt>
    <dgm:pt modelId="{742B0176-EB95-4678-93B6-10114D06279B}" type="pres">
      <dgm:prSet presAssocID="{31481B09-C808-4D05-8A96-C8075CB90B7F}" presName="parTrans" presStyleCnt="0"/>
      <dgm:spPr/>
    </dgm:pt>
    <dgm:pt modelId="{5538B159-10E5-4FA7-94A8-22775A8F4FFC}" type="pres">
      <dgm:prSet presAssocID="{82261ADE-BFA7-4024-B049-96AF7E8626C2}" presName="node" presStyleLbl="alignAccFollowNode1" presStyleIdx="4" presStyleCnt="8">
        <dgm:presLayoutVars>
          <dgm:bulletEnabled val="1"/>
        </dgm:presLayoutVars>
      </dgm:prSet>
      <dgm:spPr/>
      <dgm:t>
        <a:bodyPr/>
        <a:lstStyle/>
        <a:p>
          <a:endParaRPr lang="en-US"/>
        </a:p>
      </dgm:t>
    </dgm:pt>
    <dgm:pt modelId="{216CEF56-6E69-4575-B9BE-D51CFCB1CBBC}" type="pres">
      <dgm:prSet presAssocID="{54C1C5A8-EDA4-4086-AD35-5E16831443AE}" presName="sibTrans" presStyleCnt="0"/>
      <dgm:spPr/>
    </dgm:pt>
    <dgm:pt modelId="{02C8CCB5-4DF5-41C8-AF3A-EB36C486B70C}" type="pres">
      <dgm:prSet presAssocID="{1B8D3D14-962C-4212-A863-137C3FD20B3E}" presName="node" presStyleLbl="alignAccFollowNode1" presStyleIdx="5" presStyleCnt="8">
        <dgm:presLayoutVars>
          <dgm:bulletEnabled val="1"/>
        </dgm:presLayoutVars>
      </dgm:prSet>
      <dgm:spPr/>
      <dgm:t>
        <a:bodyPr/>
        <a:lstStyle/>
        <a:p>
          <a:endParaRPr lang="en-US"/>
        </a:p>
      </dgm:t>
    </dgm:pt>
    <dgm:pt modelId="{B2B966B1-D7A7-4892-88C6-F0AFFAAB48C9}" type="pres">
      <dgm:prSet presAssocID="{E36A0EB8-4093-4B9A-9AFD-9B43DCF5FFCC}" presName="sibTrans" presStyleCnt="0"/>
      <dgm:spPr/>
    </dgm:pt>
    <dgm:pt modelId="{515815F6-2931-4F10-8154-F3B8F2D8027B}" type="pres">
      <dgm:prSet presAssocID="{85EE1E16-735A-4BEB-AAFB-36D7A02431F0}" presName="node" presStyleLbl="alignAccFollowNode1" presStyleIdx="6" presStyleCnt="8">
        <dgm:presLayoutVars>
          <dgm:bulletEnabled val="1"/>
        </dgm:presLayoutVars>
      </dgm:prSet>
      <dgm:spPr/>
      <dgm:t>
        <a:bodyPr/>
        <a:lstStyle/>
        <a:p>
          <a:endParaRPr lang="en-US"/>
        </a:p>
      </dgm:t>
    </dgm:pt>
    <dgm:pt modelId="{4FFAB57F-829B-4348-B107-50607D7F6B7F}" type="pres">
      <dgm:prSet presAssocID="{9791807E-21E3-491C-B5CF-C80F8E5127F9}" presName="sibTrans" presStyleCnt="0"/>
      <dgm:spPr/>
    </dgm:pt>
    <dgm:pt modelId="{D1739584-6B41-4F3A-AF9C-23E0FE516847}" type="pres">
      <dgm:prSet presAssocID="{255D7A37-071F-4860-9229-7CDC156AFCBF}" presName="node" presStyleLbl="alignAccFollowNode1" presStyleIdx="7" presStyleCnt="8">
        <dgm:presLayoutVars>
          <dgm:bulletEnabled val="1"/>
        </dgm:presLayoutVars>
      </dgm:prSet>
      <dgm:spPr/>
      <dgm:t>
        <a:bodyPr/>
        <a:lstStyle/>
        <a:p>
          <a:endParaRPr lang="en-US"/>
        </a:p>
      </dgm:t>
    </dgm:pt>
  </dgm:ptLst>
  <dgm:cxnLst>
    <dgm:cxn modelId="{C28EF461-85B4-4533-BB84-C96F8483ACDD}" type="presOf" srcId="{82261ADE-BFA7-4024-B049-96AF7E8626C2}" destId="{5538B159-10E5-4FA7-94A8-22775A8F4FFC}" srcOrd="0" destOrd="0" presId="urn:microsoft.com/office/officeart/2005/8/layout/lProcess3"/>
    <dgm:cxn modelId="{394C66BA-0F77-40B3-B361-6537CAD56D32}" srcId="{63B0F95F-C461-49B5-A804-43F9CD2D8501}" destId="{DDDD0904-48C1-49F1-B9FE-67401811B66A}" srcOrd="0" destOrd="0" parTransId="{2E1DF55A-8A3F-4356-B469-06F0BD995196}" sibTransId="{4CFECF30-BF7C-44B1-9903-4DD5BC4767FE}"/>
    <dgm:cxn modelId="{2C401C1A-2655-4179-8AE5-CB655856CB86}" type="presOf" srcId="{BFA2DE46-FAFD-416E-8775-75AF0775616D}" destId="{F9178208-CC63-4C2F-9D79-DA89BDCFE47D}" srcOrd="0" destOrd="0" presId="urn:microsoft.com/office/officeart/2005/8/layout/lProcess3"/>
    <dgm:cxn modelId="{C0FE6780-7E3A-483F-B7BD-19958BE2A4A7}" srcId="{648F779D-032F-47DC-AFD8-812C23B84FDB}" destId="{1B8D3D14-962C-4212-A863-137C3FD20B3E}" srcOrd="1" destOrd="0" parTransId="{C11A80CA-AC61-4992-BBEF-D4E8FD15636A}" sibTransId="{E36A0EB8-4093-4B9A-9AFD-9B43DCF5FFCC}"/>
    <dgm:cxn modelId="{40F670BC-4965-4C29-BFC8-D0A3E930DA62}" type="presOf" srcId="{85EE1E16-735A-4BEB-AAFB-36D7A02431F0}" destId="{515815F6-2931-4F10-8154-F3B8F2D8027B}" srcOrd="0" destOrd="0" presId="urn:microsoft.com/office/officeart/2005/8/layout/lProcess3"/>
    <dgm:cxn modelId="{F523EF45-5B9A-4DC9-A906-E63AEA395419}" srcId="{648F779D-032F-47DC-AFD8-812C23B84FDB}" destId="{85EE1E16-735A-4BEB-AAFB-36D7A02431F0}" srcOrd="2" destOrd="0" parTransId="{76B5C667-F1B5-40FB-9908-55BDB981BDF5}" sibTransId="{9791807E-21E3-491C-B5CF-C80F8E5127F9}"/>
    <dgm:cxn modelId="{F1103B90-9236-4321-951E-55D0D6B824AB}" type="presOf" srcId="{255D7A37-071F-4860-9229-7CDC156AFCBF}" destId="{D1739584-6B41-4F3A-AF9C-23E0FE516847}" srcOrd="0" destOrd="0" presId="urn:microsoft.com/office/officeart/2005/8/layout/lProcess3"/>
    <dgm:cxn modelId="{977F8AAD-0233-4286-96AF-583D4471DFB2}" type="presOf" srcId="{2E2B7187-50C3-4083-87BB-23BC45648349}" destId="{5915E3BF-FAF0-4097-8BF0-8F2B77B9FE99}" srcOrd="0" destOrd="0" presId="urn:microsoft.com/office/officeart/2005/8/layout/lProcess3"/>
    <dgm:cxn modelId="{F9825ED8-1D45-49D3-95ED-4D8B713AE8FA}" srcId="{648F779D-032F-47DC-AFD8-812C23B84FDB}" destId="{82261ADE-BFA7-4024-B049-96AF7E8626C2}" srcOrd="0" destOrd="0" parTransId="{31481B09-C808-4D05-8A96-C8075CB90B7F}" sibTransId="{54C1C5A8-EDA4-4086-AD35-5E16831443AE}"/>
    <dgm:cxn modelId="{48A821F7-1733-434E-BE1B-53D14A019520}" type="presOf" srcId="{D791D90E-E1A8-426C-B652-1BA1C24E74DE}" destId="{3AF91D8E-6123-4B8A-A617-1BC177B64634}" srcOrd="0" destOrd="0" presId="urn:microsoft.com/office/officeart/2005/8/layout/lProcess3"/>
    <dgm:cxn modelId="{B2882240-94B0-4A11-AB25-4EDE3B09068A}" type="presOf" srcId="{648F779D-032F-47DC-AFD8-812C23B84FDB}" destId="{46DDC211-0927-4800-A0D4-564DD32519D7}" srcOrd="0" destOrd="0" presId="urn:microsoft.com/office/officeart/2005/8/layout/lProcess3"/>
    <dgm:cxn modelId="{F2F01053-D69D-4F51-B98B-92BE431BF248}" type="presOf" srcId="{63B0F95F-C461-49B5-A804-43F9CD2D8501}" destId="{B6E3DB26-F400-4101-B335-93C9C0843C7D}" srcOrd="0" destOrd="0" presId="urn:microsoft.com/office/officeart/2005/8/layout/lProcess3"/>
    <dgm:cxn modelId="{C7D73F40-C612-42E9-A640-418933395AFE}" srcId="{63B0F95F-C461-49B5-A804-43F9CD2D8501}" destId="{BFA2DE46-FAFD-416E-8775-75AF0775616D}" srcOrd="3" destOrd="0" parTransId="{500C3365-9426-41C2-916C-2C42C50F835D}" sibTransId="{A3966E0E-039E-483A-9A1D-9A178AAA813D}"/>
    <dgm:cxn modelId="{33542E91-608B-46CF-B169-11176AAC01F6}" type="presOf" srcId="{DDDD0904-48C1-49F1-B9FE-67401811B66A}" destId="{65E90E3A-16CF-4461-93C5-C7A9C48BD4EB}" srcOrd="0" destOrd="0" presId="urn:microsoft.com/office/officeart/2005/8/layout/lProcess3"/>
    <dgm:cxn modelId="{95B2A2E8-1CD7-4805-A06D-BC24B56E9AAD}" type="presOf" srcId="{096EC32B-ABF6-4FD9-9BDC-6EEE7079115F}" destId="{4605087C-9A43-49E2-80BA-32D2550F68E6}" srcOrd="0" destOrd="0" presId="urn:microsoft.com/office/officeart/2005/8/layout/lProcess3"/>
    <dgm:cxn modelId="{6A7A473D-8638-4E2F-970F-C414361FCE10}" srcId="{648F779D-032F-47DC-AFD8-812C23B84FDB}" destId="{255D7A37-071F-4860-9229-7CDC156AFCBF}" srcOrd="3" destOrd="0" parTransId="{FAE33C04-943C-481B-8A0F-E5BED6E9F008}" sibTransId="{BC6946B5-7758-4AE4-B3EA-7E044FE76AA6}"/>
    <dgm:cxn modelId="{C33C701D-6B26-491D-9C03-926C906E28BB}" srcId="{096EC32B-ABF6-4FD9-9BDC-6EEE7079115F}" destId="{648F779D-032F-47DC-AFD8-812C23B84FDB}" srcOrd="1" destOrd="0" parTransId="{45232B3B-C9FD-4276-8362-03F137D03B40}" sibTransId="{071EACDD-4098-4DC6-8302-D3A6F03C3BA4}"/>
    <dgm:cxn modelId="{62777F7D-25DC-4112-B71F-438B060FEA89}" srcId="{096EC32B-ABF6-4FD9-9BDC-6EEE7079115F}" destId="{63B0F95F-C461-49B5-A804-43F9CD2D8501}" srcOrd="0" destOrd="0" parTransId="{35F159B9-5122-46D4-8432-3F81B25A1712}" sibTransId="{C55C1E57-01FC-465F-AFB5-B357EC5CACEF}"/>
    <dgm:cxn modelId="{1DB32436-4E45-4A8F-B082-A8CB93C30832}" type="presOf" srcId="{1B8D3D14-962C-4212-A863-137C3FD20B3E}" destId="{02C8CCB5-4DF5-41C8-AF3A-EB36C486B70C}" srcOrd="0" destOrd="0" presId="urn:microsoft.com/office/officeart/2005/8/layout/lProcess3"/>
    <dgm:cxn modelId="{72F31392-676D-478A-814C-34C197B6BED1}" srcId="{63B0F95F-C461-49B5-A804-43F9CD2D8501}" destId="{D791D90E-E1A8-426C-B652-1BA1C24E74DE}" srcOrd="1" destOrd="0" parTransId="{192EAFD1-A635-4D7D-80CC-841810421599}" sibTransId="{19789BD6-91B2-45E6-AE07-B9A923BC601E}"/>
    <dgm:cxn modelId="{F2C3E770-748A-4AB0-B014-6EE97A06815B}" srcId="{63B0F95F-C461-49B5-A804-43F9CD2D8501}" destId="{2E2B7187-50C3-4083-87BB-23BC45648349}" srcOrd="2" destOrd="0" parTransId="{F599370F-FBE2-4008-B1F1-7A5A3205B93D}" sibTransId="{00A2E3B8-5244-4701-9163-F5FC3AC3E4D3}"/>
    <dgm:cxn modelId="{A7FBF51B-7018-4E10-8F96-8D7672830D1C}" type="presParOf" srcId="{4605087C-9A43-49E2-80BA-32D2550F68E6}" destId="{7CAE6FA0-F7B6-4264-83D4-B3E942265D63}" srcOrd="0" destOrd="0" presId="urn:microsoft.com/office/officeart/2005/8/layout/lProcess3"/>
    <dgm:cxn modelId="{064160FE-0A93-4FD5-82F6-24A4EE5B7438}" type="presParOf" srcId="{7CAE6FA0-F7B6-4264-83D4-B3E942265D63}" destId="{B6E3DB26-F400-4101-B335-93C9C0843C7D}" srcOrd="0" destOrd="0" presId="urn:microsoft.com/office/officeart/2005/8/layout/lProcess3"/>
    <dgm:cxn modelId="{56E543A3-8436-4683-AC3C-7264191E2DE2}" type="presParOf" srcId="{7CAE6FA0-F7B6-4264-83D4-B3E942265D63}" destId="{702246C3-0AAD-4A0D-BB58-95D031135FC1}" srcOrd="1" destOrd="0" presId="urn:microsoft.com/office/officeart/2005/8/layout/lProcess3"/>
    <dgm:cxn modelId="{E244779B-7F97-4F90-B98F-125D135A0BBF}" type="presParOf" srcId="{7CAE6FA0-F7B6-4264-83D4-B3E942265D63}" destId="{65E90E3A-16CF-4461-93C5-C7A9C48BD4EB}" srcOrd="2" destOrd="0" presId="urn:microsoft.com/office/officeart/2005/8/layout/lProcess3"/>
    <dgm:cxn modelId="{90D5DD5D-C3E1-4A4C-ACF5-9468BD1C22D2}" type="presParOf" srcId="{7CAE6FA0-F7B6-4264-83D4-B3E942265D63}" destId="{848F7117-C1B7-4165-B0A7-DBBFC5C4FD1B}" srcOrd="3" destOrd="0" presId="urn:microsoft.com/office/officeart/2005/8/layout/lProcess3"/>
    <dgm:cxn modelId="{FBB41599-F1A9-4632-A27B-1F472EC3E533}" type="presParOf" srcId="{7CAE6FA0-F7B6-4264-83D4-B3E942265D63}" destId="{3AF91D8E-6123-4B8A-A617-1BC177B64634}" srcOrd="4" destOrd="0" presId="urn:microsoft.com/office/officeart/2005/8/layout/lProcess3"/>
    <dgm:cxn modelId="{3579B28E-5B88-4FAE-A8AE-1E74BB54C472}" type="presParOf" srcId="{7CAE6FA0-F7B6-4264-83D4-B3E942265D63}" destId="{0A99152B-F3A5-4481-B519-A115801A3649}" srcOrd="5" destOrd="0" presId="urn:microsoft.com/office/officeart/2005/8/layout/lProcess3"/>
    <dgm:cxn modelId="{650048D6-077D-435B-B433-43C2E75F1449}" type="presParOf" srcId="{7CAE6FA0-F7B6-4264-83D4-B3E942265D63}" destId="{5915E3BF-FAF0-4097-8BF0-8F2B77B9FE99}" srcOrd="6" destOrd="0" presId="urn:microsoft.com/office/officeart/2005/8/layout/lProcess3"/>
    <dgm:cxn modelId="{8B650536-261E-4226-AC14-C5817A78A4E3}" type="presParOf" srcId="{7CAE6FA0-F7B6-4264-83D4-B3E942265D63}" destId="{BF492CD3-6D5E-41F0-8CF4-85A2263F81DD}" srcOrd="7" destOrd="0" presId="urn:microsoft.com/office/officeart/2005/8/layout/lProcess3"/>
    <dgm:cxn modelId="{3AAFDB92-776A-4162-AED1-6403A4FD42F3}" type="presParOf" srcId="{7CAE6FA0-F7B6-4264-83D4-B3E942265D63}" destId="{F9178208-CC63-4C2F-9D79-DA89BDCFE47D}" srcOrd="8" destOrd="0" presId="urn:microsoft.com/office/officeart/2005/8/layout/lProcess3"/>
    <dgm:cxn modelId="{ACD30899-7007-4F75-B368-E19B9C7A1FB9}" type="presParOf" srcId="{4605087C-9A43-49E2-80BA-32D2550F68E6}" destId="{A6A8CDFC-56CA-4291-BBDA-AD81FEB686BC}" srcOrd="1" destOrd="0" presId="urn:microsoft.com/office/officeart/2005/8/layout/lProcess3"/>
    <dgm:cxn modelId="{C26B6862-95FC-4C18-A34A-BC4CA40DFBC1}" type="presParOf" srcId="{4605087C-9A43-49E2-80BA-32D2550F68E6}" destId="{4325CFF3-7A4C-4D46-8286-D642ADAF7E03}" srcOrd="2" destOrd="0" presId="urn:microsoft.com/office/officeart/2005/8/layout/lProcess3"/>
    <dgm:cxn modelId="{965A7182-81ED-4F33-AF7E-E041207D9AAE}" type="presParOf" srcId="{4325CFF3-7A4C-4D46-8286-D642ADAF7E03}" destId="{46DDC211-0927-4800-A0D4-564DD32519D7}" srcOrd="0" destOrd="0" presId="urn:microsoft.com/office/officeart/2005/8/layout/lProcess3"/>
    <dgm:cxn modelId="{3A1A603B-B218-483B-8BBE-31ABA7A9273E}" type="presParOf" srcId="{4325CFF3-7A4C-4D46-8286-D642ADAF7E03}" destId="{742B0176-EB95-4678-93B6-10114D06279B}" srcOrd="1" destOrd="0" presId="urn:microsoft.com/office/officeart/2005/8/layout/lProcess3"/>
    <dgm:cxn modelId="{DD257A3B-BB26-4D63-A59E-A1C822260D4E}" type="presParOf" srcId="{4325CFF3-7A4C-4D46-8286-D642ADAF7E03}" destId="{5538B159-10E5-4FA7-94A8-22775A8F4FFC}" srcOrd="2" destOrd="0" presId="urn:microsoft.com/office/officeart/2005/8/layout/lProcess3"/>
    <dgm:cxn modelId="{F19E7527-CD2C-44EE-ACFE-7B840F4DC353}" type="presParOf" srcId="{4325CFF3-7A4C-4D46-8286-D642ADAF7E03}" destId="{216CEF56-6E69-4575-B9BE-D51CFCB1CBBC}" srcOrd="3" destOrd="0" presId="urn:microsoft.com/office/officeart/2005/8/layout/lProcess3"/>
    <dgm:cxn modelId="{25D9AD2A-3F50-44E2-8CD9-7768A4356F33}" type="presParOf" srcId="{4325CFF3-7A4C-4D46-8286-D642ADAF7E03}" destId="{02C8CCB5-4DF5-41C8-AF3A-EB36C486B70C}" srcOrd="4" destOrd="0" presId="urn:microsoft.com/office/officeart/2005/8/layout/lProcess3"/>
    <dgm:cxn modelId="{2226057C-CD2C-4760-9ADE-7B1E74252F12}" type="presParOf" srcId="{4325CFF3-7A4C-4D46-8286-D642ADAF7E03}" destId="{B2B966B1-D7A7-4892-88C6-F0AFFAAB48C9}" srcOrd="5" destOrd="0" presId="urn:microsoft.com/office/officeart/2005/8/layout/lProcess3"/>
    <dgm:cxn modelId="{AFBA822B-BE8C-4FBA-AD71-636C725FA45A}" type="presParOf" srcId="{4325CFF3-7A4C-4D46-8286-D642ADAF7E03}" destId="{515815F6-2931-4F10-8154-F3B8F2D8027B}" srcOrd="6" destOrd="0" presId="urn:microsoft.com/office/officeart/2005/8/layout/lProcess3"/>
    <dgm:cxn modelId="{9D3E7B67-1D1D-4309-8122-5E096015AE4F}" type="presParOf" srcId="{4325CFF3-7A4C-4D46-8286-D642ADAF7E03}" destId="{4FFAB57F-829B-4348-B107-50607D7F6B7F}" srcOrd="7" destOrd="0" presId="urn:microsoft.com/office/officeart/2005/8/layout/lProcess3"/>
    <dgm:cxn modelId="{94DE483B-AC91-4CE7-ADF7-3A97005A9E4E}" type="presParOf" srcId="{4325CFF3-7A4C-4D46-8286-D642ADAF7E03}" destId="{D1739584-6B41-4F3A-AF9C-23E0FE516847}" srcOrd="8"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CDB404DA-3AAF-4FBC-A41E-0537BB81625F}" type="doc">
      <dgm:prSet loTypeId="urn:microsoft.com/office/officeart/2005/8/layout/venn1" loCatId="relationship" qsTypeId="urn:microsoft.com/office/officeart/2005/8/quickstyle/simple2" qsCatId="simple" csTypeId="urn:microsoft.com/office/officeart/2005/8/colors/accent1_2" csCatId="accent1" phldr="1"/>
      <dgm:spPr/>
      <dgm:t>
        <a:bodyPr/>
        <a:lstStyle/>
        <a:p>
          <a:endParaRPr lang="en-US"/>
        </a:p>
      </dgm:t>
    </dgm:pt>
    <dgm:pt modelId="{CE5B4295-BD08-4015-8DDF-A52E3066B7B5}">
      <dgm:prSet custT="1"/>
      <dgm:spPr>
        <a:solidFill>
          <a:srgbClr val="FDE0A5"/>
        </a:solidFill>
      </dgm:spPr>
      <dgm:t>
        <a:bodyPr/>
        <a:lstStyle/>
        <a:p>
          <a:pPr rtl="0"/>
          <a:r>
            <a:rPr lang="en-US" sz="1200" b="1" dirty="0" smtClean="0"/>
            <a:t>OTC</a:t>
          </a:r>
          <a:endParaRPr lang="en-US" sz="1200" b="1" dirty="0"/>
        </a:p>
      </dgm:t>
    </dgm:pt>
    <dgm:pt modelId="{7F3590F2-22AD-43DA-B4BC-09562272B4AB}" type="parTrans" cxnId="{E55562C7-A082-4E29-BC2C-2169C0097979}">
      <dgm:prSet/>
      <dgm:spPr/>
      <dgm:t>
        <a:bodyPr/>
        <a:lstStyle/>
        <a:p>
          <a:endParaRPr lang="en-US"/>
        </a:p>
      </dgm:t>
    </dgm:pt>
    <dgm:pt modelId="{64A105BA-1BDD-4437-9238-37561834130F}" type="sibTrans" cxnId="{E55562C7-A082-4E29-BC2C-2169C0097979}">
      <dgm:prSet/>
      <dgm:spPr/>
      <dgm:t>
        <a:bodyPr/>
        <a:lstStyle/>
        <a:p>
          <a:endParaRPr lang="en-US"/>
        </a:p>
      </dgm:t>
    </dgm:pt>
    <dgm:pt modelId="{6B088F87-CE98-4F52-994F-0825CDF278F8}">
      <dgm:prSet custT="1"/>
      <dgm:spPr>
        <a:solidFill>
          <a:srgbClr val="FDE0A5"/>
        </a:solidFill>
      </dgm:spPr>
      <dgm:t>
        <a:bodyPr/>
        <a:lstStyle/>
        <a:p>
          <a:pPr rtl="0"/>
          <a:r>
            <a:rPr lang="en-US" sz="1200" b="1" dirty="0" smtClean="0"/>
            <a:t>Pricing</a:t>
          </a:r>
          <a:endParaRPr lang="en-US" sz="1200" b="1" dirty="0"/>
        </a:p>
      </dgm:t>
    </dgm:pt>
    <dgm:pt modelId="{4422B321-2DDB-4923-B52A-E4969964F1EC}" type="parTrans" cxnId="{FEA39473-A849-4D32-9539-B18B96FEF5AA}">
      <dgm:prSet/>
      <dgm:spPr/>
      <dgm:t>
        <a:bodyPr/>
        <a:lstStyle/>
        <a:p>
          <a:endParaRPr lang="en-US"/>
        </a:p>
      </dgm:t>
    </dgm:pt>
    <dgm:pt modelId="{133A997C-90FE-496D-BA4F-7F6A74B86FD5}" type="sibTrans" cxnId="{FEA39473-A849-4D32-9539-B18B96FEF5AA}">
      <dgm:prSet/>
      <dgm:spPr/>
      <dgm:t>
        <a:bodyPr/>
        <a:lstStyle/>
        <a:p>
          <a:endParaRPr lang="en-US"/>
        </a:p>
      </dgm:t>
    </dgm:pt>
    <dgm:pt modelId="{7320F894-6ECB-4792-B843-71FE9FFF0415}">
      <dgm:prSet custT="1"/>
      <dgm:spPr>
        <a:solidFill>
          <a:srgbClr val="FDE0A5"/>
        </a:solidFill>
      </dgm:spPr>
      <dgm:t>
        <a:bodyPr/>
        <a:lstStyle/>
        <a:p>
          <a:pPr rtl="0"/>
          <a:r>
            <a:rPr lang="en-US" sz="1200" b="1" dirty="0" smtClean="0"/>
            <a:t>FI</a:t>
          </a:r>
          <a:endParaRPr lang="en-US" sz="1200" b="1" dirty="0"/>
        </a:p>
      </dgm:t>
    </dgm:pt>
    <dgm:pt modelId="{EA7B39FE-D42E-40CC-B623-1E883AF9F218}" type="parTrans" cxnId="{6A7AAE6C-3FCB-4DC0-B172-64E63FBA87E2}">
      <dgm:prSet/>
      <dgm:spPr/>
      <dgm:t>
        <a:bodyPr/>
        <a:lstStyle/>
        <a:p>
          <a:endParaRPr lang="en-US"/>
        </a:p>
      </dgm:t>
    </dgm:pt>
    <dgm:pt modelId="{9BD67529-1445-4C50-B590-70070D1934BF}" type="sibTrans" cxnId="{6A7AAE6C-3FCB-4DC0-B172-64E63FBA87E2}">
      <dgm:prSet/>
      <dgm:spPr/>
      <dgm:t>
        <a:bodyPr/>
        <a:lstStyle/>
        <a:p>
          <a:endParaRPr lang="en-US"/>
        </a:p>
      </dgm:t>
    </dgm:pt>
    <dgm:pt modelId="{96200EF8-A4B2-4BB2-900B-2E6784530D13}">
      <dgm:prSet custT="1"/>
      <dgm:spPr>
        <a:solidFill>
          <a:srgbClr val="FDE0A5"/>
        </a:solidFill>
      </dgm:spPr>
      <dgm:t>
        <a:bodyPr/>
        <a:lstStyle/>
        <a:p>
          <a:pPr rtl="0"/>
          <a:r>
            <a:rPr lang="en-US" sz="1200" b="1" dirty="0" smtClean="0"/>
            <a:t>CTC</a:t>
          </a:r>
          <a:endParaRPr lang="en-US" sz="1200" b="1" dirty="0"/>
        </a:p>
      </dgm:t>
    </dgm:pt>
    <dgm:pt modelId="{497483C4-0FBA-42E7-9306-668A6A60E76B}" type="parTrans" cxnId="{35F1331E-E05F-4157-A15B-3A1479717F92}">
      <dgm:prSet/>
      <dgm:spPr/>
      <dgm:t>
        <a:bodyPr/>
        <a:lstStyle/>
        <a:p>
          <a:endParaRPr lang="en-US"/>
        </a:p>
      </dgm:t>
    </dgm:pt>
    <dgm:pt modelId="{BA2B737F-ADCE-4183-8D9B-DA9828B4AB1D}" type="sibTrans" cxnId="{35F1331E-E05F-4157-A15B-3A1479717F92}">
      <dgm:prSet/>
      <dgm:spPr/>
      <dgm:t>
        <a:bodyPr/>
        <a:lstStyle/>
        <a:p>
          <a:endParaRPr lang="en-US"/>
        </a:p>
      </dgm:t>
    </dgm:pt>
    <dgm:pt modelId="{2DD04ADC-8A49-4CAD-96E7-2F37F4FB43A7}">
      <dgm:prSet custT="1"/>
      <dgm:spPr>
        <a:solidFill>
          <a:srgbClr val="FDE0A5"/>
        </a:solidFill>
      </dgm:spPr>
      <dgm:t>
        <a:bodyPr/>
        <a:lstStyle/>
        <a:p>
          <a:pPr rtl="0"/>
          <a:r>
            <a:rPr lang="en-US" sz="1200" b="1" dirty="0" smtClean="0"/>
            <a:t>Logistics</a:t>
          </a:r>
          <a:endParaRPr lang="en-US" sz="1200" b="1" dirty="0"/>
        </a:p>
      </dgm:t>
    </dgm:pt>
    <dgm:pt modelId="{9A0506B6-5C96-4682-9B06-3CF32487CEF3}" type="parTrans" cxnId="{733DD196-9C7B-4F70-8E0F-E1A944A6B202}">
      <dgm:prSet/>
      <dgm:spPr/>
      <dgm:t>
        <a:bodyPr/>
        <a:lstStyle/>
        <a:p>
          <a:endParaRPr lang="en-US"/>
        </a:p>
      </dgm:t>
    </dgm:pt>
    <dgm:pt modelId="{B2C35AC6-1821-4C0A-B61A-2B1799CF08CB}" type="sibTrans" cxnId="{733DD196-9C7B-4F70-8E0F-E1A944A6B202}">
      <dgm:prSet/>
      <dgm:spPr/>
      <dgm:t>
        <a:bodyPr/>
        <a:lstStyle/>
        <a:p>
          <a:endParaRPr lang="en-US"/>
        </a:p>
      </dgm:t>
    </dgm:pt>
    <dgm:pt modelId="{B359CB70-8551-43FE-808A-06CCF536C206}">
      <dgm:prSet custT="1"/>
      <dgm:spPr>
        <a:solidFill>
          <a:srgbClr val="FDE0A5"/>
        </a:solidFill>
      </dgm:spPr>
      <dgm:t>
        <a:bodyPr/>
        <a:lstStyle/>
        <a:p>
          <a:pPr rtl="0"/>
          <a:r>
            <a:rPr lang="en-US" sz="1200" b="1" dirty="0" smtClean="0"/>
            <a:t>PTS</a:t>
          </a:r>
          <a:endParaRPr lang="en-US" sz="1200" b="1" dirty="0"/>
        </a:p>
      </dgm:t>
    </dgm:pt>
    <dgm:pt modelId="{31029548-AAE8-48C3-8C60-AC2E57E28904}" type="parTrans" cxnId="{8F356E90-2743-449E-B404-55C489E65F85}">
      <dgm:prSet/>
      <dgm:spPr/>
      <dgm:t>
        <a:bodyPr/>
        <a:lstStyle/>
        <a:p>
          <a:endParaRPr lang="en-US"/>
        </a:p>
      </dgm:t>
    </dgm:pt>
    <dgm:pt modelId="{DE396BE2-B3F8-43CC-8A04-C4758BE3BF8C}" type="sibTrans" cxnId="{8F356E90-2743-449E-B404-55C489E65F85}">
      <dgm:prSet/>
      <dgm:spPr/>
      <dgm:t>
        <a:bodyPr/>
        <a:lstStyle/>
        <a:p>
          <a:endParaRPr lang="en-US"/>
        </a:p>
      </dgm:t>
    </dgm:pt>
    <dgm:pt modelId="{A3D13BA2-E0C2-47EB-808F-8C5B586BA076}">
      <dgm:prSet custT="1"/>
      <dgm:spPr/>
      <dgm:t>
        <a:bodyPr/>
        <a:lstStyle/>
        <a:p>
          <a:pPr rtl="0"/>
          <a:r>
            <a:rPr lang="en-US" sz="1200" b="1" dirty="0" smtClean="0"/>
            <a:t>STS</a:t>
          </a:r>
          <a:endParaRPr lang="en-US" sz="1200" b="1" dirty="0"/>
        </a:p>
      </dgm:t>
    </dgm:pt>
    <dgm:pt modelId="{AE891601-36CF-4B5D-B82F-3F39899F8D34}" type="parTrans" cxnId="{DDAFD2DB-1663-42E7-B1EA-437A3EE1E6D5}">
      <dgm:prSet/>
      <dgm:spPr/>
      <dgm:t>
        <a:bodyPr/>
        <a:lstStyle/>
        <a:p>
          <a:endParaRPr lang="en-US"/>
        </a:p>
      </dgm:t>
    </dgm:pt>
    <dgm:pt modelId="{584251E5-7C43-4421-90EF-881D5F410EF6}" type="sibTrans" cxnId="{DDAFD2DB-1663-42E7-B1EA-437A3EE1E6D5}">
      <dgm:prSet/>
      <dgm:spPr/>
      <dgm:t>
        <a:bodyPr/>
        <a:lstStyle/>
        <a:p>
          <a:endParaRPr lang="en-US"/>
        </a:p>
      </dgm:t>
    </dgm:pt>
    <dgm:pt modelId="{3A20467A-992B-48E4-862D-C855FE8096B0}" type="pres">
      <dgm:prSet presAssocID="{CDB404DA-3AAF-4FBC-A41E-0537BB81625F}" presName="compositeShape" presStyleCnt="0">
        <dgm:presLayoutVars>
          <dgm:chMax val="7"/>
          <dgm:dir/>
          <dgm:resizeHandles val="exact"/>
        </dgm:presLayoutVars>
      </dgm:prSet>
      <dgm:spPr/>
      <dgm:t>
        <a:bodyPr/>
        <a:lstStyle/>
        <a:p>
          <a:endParaRPr lang="en-US"/>
        </a:p>
      </dgm:t>
    </dgm:pt>
    <dgm:pt modelId="{C23724DA-9F26-4957-AC8A-48F6CC25EC87}" type="pres">
      <dgm:prSet presAssocID="{CE5B4295-BD08-4015-8DDF-A52E3066B7B5}" presName="circ1" presStyleLbl="vennNode1" presStyleIdx="0" presStyleCnt="7"/>
      <dgm:spPr>
        <a:solidFill>
          <a:srgbClr val="FDE0A5"/>
        </a:solidFill>
      </dgm:spPr>
    </dgm:pt>
    <dgm:pt modelId="{46329F64-586F-4592-8F8C-96656E1BF3D3}" type="pres">
      <dgm:prSet presAssocID="{CE5B4295-BD08-4015-8DDF-A52E3066B7B5}" presName="circ1Tx" presStyleLbl="revTx" presStyleIdx="0" presStyleCnt="0">
        <dgm:presLayoutVars>
          <dgm:chMax val="0"/>
          <dgm:chPref val="0"/>
          <dgm:bulletEnabled val="1"/>
        </dgm:presLayoutVars>
      </dgm:prSet>
      <dgm:spPr/>
      <dgm:t>
        <a:bodyPr/>
        <a:lstStyle/>
        <a:p>
          <a:endParaRPr lang="en-US"/>
        </a:p>
      </dgm:t>
    </dgm:pt>
    <dgm:pt modelId="{4B731813-E561-41AD-AC7F-1E40153C5735}" type="pres">
      <dgm:prSet presAssocID="{6B088F87-CE98-4F52-994F-0825CDF278F8}" presName="circ2" presStyleLbl="vennNode1" presStyleIdx="1" presStyleCnt="7"/>
      <dgm:spPr>
        <a:solidFill>
          <a:srgbClr val="FDE0A5"/>
        </a:solidFill>
      </dgm:spPr>
    </dgm:pt>
    <dgm:pt modelId="{7606CF8A-6262-4CA7-813A-30E2C3D084F1}" type="pres">
      <dgm:prSet presAssocID="{6B088F87-CE98-4F52-994F-0825CDF278F8}" presName="circ2Tx" presStyleLbl="revTx" presStyleIdx="0" presStyleCnt="0">
        <dgm:presLayoutVars>
          <dgm:chMax val="0"/>
          <dgm:chPref val="0"/>
          <dgm:bulletEnabled val="1"/>
        </dgm:presLayoutVars>
      </dgm:prSet>
      <dgm:spPr/>
      <dgm:t>
        <a:bodyPr/>
        <a:lstStyle/>
        <a:p>
          <a:endParaRPr lang="en-US"/>
        </a:p>
      </dgm:t>
    </dgm:pt>
    <dgm:pt modelId="{4C9F9947-EBC0-4B6D-A512-803E6ECF43D1}" type="pres">
      <dgm:prSet presAssocID="{7320F894-6ECB-4792-B843-71FE9FFF0415}" presName="circ3" presStyleLbl="vennNode1" presStyleIdx="2" presStyleCnt="7"/>
      <dgm:spPr>
        <a:solidFill>
          <a:srgbClr val="FDE0A5"/>
        </a:solidFill>
      </dgm:spPr>
    </dgm:pt>
    <dgm:pt modelId="{AA5848F1-9E6D-4885-83EA-BAE078B6D9D0}" type="pres">
      <dgm:prSet presAssocID="{7320F894-6ECB-4792-B843-71FE9FFF0415}" presName="circ3Tx" presStyleLbl="revTx" presStyleIdx="0" presStyleCnt="0">
        <dgm:presLayoutVars>
          <dgm:chMax val="0"/>
          <dgm:chPref val="0"/>
          <dgm:bulletEnabled val="1"/>
        </dgm:presLayoutVars>
      </dgm:prSet>
      <dgm:spPr/>
      <dgm:t>
        <a:bodyPr/>
        <a:lstStyle/>
        <a:p>
          <a:endParaRPr lang="en-US"/>
        </a:p>
      </dgm:t>
    </dgm:pt>
    <dgm:pt modelId="{DA16FF29-5B92-47A2-873A-4D3B8F095DFB}" type="pres">
      <dgm:prSet presAssocID="{96200EF8-A4B2-4BB2-900B-2E6784530D13}" presName="circ4" presStyleLbl="vennNode1" presStyleIdx="3" presStyleCnt="7"/>
      <dgm:spPr>
        <a:solidFill>
          <a:srgbClr val="FDE0A5"/>
        </a:solidFill>
      </dgm:spPr>
    </dgm:pt>
    <dgm:pt modelId="{ACAF6904-F711-412C-8187-65F61834B1B6}" type="pres">
      <dgm:prSet presAssocID="{96200EF8-A4B2-4BB2-900B-2E6784530D13}" presName="circ4Tx" presStyleLbl="revTx" presStyleIdx="0" presStyleCnt="0">
        <dgm:presLayoutVars>
          <dgm:chMax val="0"/>
          <dgm:chPref val="0"/>
          <dgm:bulletEnabled val="1"/>
        </dgm:presLayoutVars>
      </dgm:prSet>
      <dgm:spPr/>
      <dgm:t>
        <a:bodyPr/>
        <a:lstStyle/>
        <a:p>
          <a:endParaRPr lang="en-US"/>
        </a:p>
      </dgm:t>
    </dgm:pt>
    <dgm:pt modelId="{82AC2BC2-77B0-46B6-BE22-1EF3C234684D}" type="pres">
      <dgm:prSet presAssocID="{2DD04ADC-8A49-4CAD-96E7-2F37F4FB43A7}" presName="circ5" presStyleLbl="vennNode1" presStyleIdx="4" presStyleCnt="7"/>
      <dgm:spPr>
        <a:solidFill>
          <a:srgbClr val="FDE0A5"/>
        </a:solidFill>
      </dgm:spPr>
    </dgm:pt>
    <dgm:pt modelId="{AFB3DE99-D2F8-43AB-99EF-7D553914552E}" type="pres">
      <dgm:prSet presAssocID="{2DD04ADC-8A49-4CAD-96E7-2F37F4FB43A7}" presName="circ5Tx" presStyleLbl="revTx" presStyleIdx="0" presStyleCnt="0">
        <dgm:presLayoutVars>
          <dgm:chMax val="0"/>
          <dgm:chPref val="0"/>
          <dgm:bulletEnabled val="1"/>
        </dgm:presLayoutVars>
      </dgm:prSet>
      <dgm:spPr/>
      <dgm:t>
        <a:bodyPr/>
        <a:lstStyle/>
        <a:p>
          <a:endParaRPr lang="en-US"/>
        </a:p>
      </dgm:t>
    </dgm:pt>
    <dgm:pt modelId="{EF4431E4-7C8B-4C35-937E-FDEBAC147E06}" type="pres">
      <dgm:prSet presAssocID="{B359CB70-8551-43FE-808A-06CCF536C206}" presName="circ6" presStyleLbl="vennNode1" presStyleIdx="5" presStyleCnt="7"/>
      <dgm:spPr/>
    </dgm:pt>
    <dgm:pt modelId="{C0E68640-3C12-4FFD-BE4C-05C2E78BDFC6}" type="pres">
      <dgm:prSet presAssocID="{B359CB70-8551-43FE-808A-06CCF536C206}" presName="circ6Tx" presStyleLbl="revTx" presStyleIdx="0" presStyleCnt="0">
        <dgm:presLayoutVars>
          <dgm:chMax val="0"/>
          <dgm:chPref val="0"/>
          <dgm:bulletEnabled val="1"/>
        </dgm:presLayoutVars>
      </dgm:prSet>
      <dgm:spPr/>
      <dgm:t>
        <a:bodyPr/>
        <a:lstStyle/>
        <a:p>
          <a:endParaRPr lang="en-US"/>
        </a:p>
      </dgm:t>
    </dgm:pt>
    <dgm:pt modelId="{19B27F1C-FDE7-4B91-97EA-424006F6E65A}" type="pres">
      <dgm:prSet presAssocID="{A3D13BA2-E0C2-47EB-808F-8C5B586BA076}" presName="circ7" presStyleLbl="vennNode1" presStyleIdx="6" presStyleCnt="7"/>
      <dgm:spPr/>
    </dgm:pt>
    <dgm:pt modelId="{9A26A879-0F83-41E0-9F11-82C300744F95}" type="pres">
      <dgm:prSet presAssocID="{A3D13BA2-E0C2-47EB-808F-8C5B586BA076}" presName="circ7Tx" presStyleLbl="revTx" presStyleIdx="0" presStyleCnt="0">
        <dgm:presLayoutVars>
          <dgm:chMax val="0"/>
          <dgm:chPref val="0"/>
          <dgm:bulletEnabled val="1"/>
        </dgm:presLayoutVars>
      </dgm:prSet>
      <dgm:spPr/>
      <dgm:t>
        <a:bodyPr/>
        <a:lstStyle/>
        <a:p>
          <a:endParaRPr lang="en-US"/>
        </a:p>
      </dgm:t>
    </dgm:pt>
  </dgm:ptLst>
  <dgm:cxnLst>
    <dgm:cxn modelId="{1B9F0973-4AA3-4B35-B867-27511F77C368}" type="presOf" srcId="{B359CB70-8551-43FE-808A-06CCF536C206}" destId="{C0E68640-3C12-4FFD-BE4C-05C2E78BDFC6}" srcOrd="0" destOrd="0" presId="urn:microsoft.com/office/officeart/2005/8/layout/venn1"/>
    <dgm:cxn modelId="{6A7AAE6C-3FCB-4DC0-B172-64E63FBA87E2}" srcId="{CDB404DA-3AAF-4FBC-A41E-0537BB81625F}" destId="{7320F894-6ECB-4792-B843-71FE9FFF0415}" srcOrd="2" destOrd="0" parTransId="{EA7B39FE-D42E-40CC-B623-1E883AF9F218}" sibTransId="{9BD67529-1445-4C50-B590-70070D1934BF}"/>
    <dgm:cxn modelId="{733DD196-9C7B-4F70-8E0F-E1A944A6B202}" srcId="{CDB404DA-3AAF-4FBC-A41E-0537BB81625F}" destId="{2DD04ADC-8A49-4CAD-96E7-2F37F4FB43A7}" srcOrd="4" destOrd="0" parTransId="{9A0506B6-5C96-4682-9B06-3CF32487CEF3}" sibTransId="{B2C35AC6-1821-4C0A-B61A-2B1799CF08CB}"/>
    <dgm:cxn modelId="{84B812EE-63C6-4B75-87A9-E2DD27FA5639}" type="presOf" srcId="{7320F894-6ECB-4792-B843-71FE9FFF0415}" destId="{AA5848F1-9E6D-4885-83EA-BAE078B6D9D0}" srcOrd="0" destOrd="0" presId="urn:microsoft.com/office/officeart/2005/8/layout/venn1"/>
    <dgm:cxn modelId="{FEFB37CC-97C0-4849-903A-CE1A2A7B1E34}" type="presOf" srcId="{CE5B4295-BD08-4015-8DDF-A52E3066B7B5}" destId="{46329F64-586F-4592-8F8C-96656E1BF3D3}" srcOrd="0" destOrd="0" presId="urn:microsoft.com/office/officeart/2005/8/layout/venn1"/>
    <dgm:cxn modelId="{2F24ADCB-1DE6-49DE-917F-943B52FC9B8C}" type="presOf" srcId="{96200EF8-A4B2-4BB2-900B-2E6784530D13}" destId="{ACAF6904-F711-412C-8187-65F61834B1B6}" srcOrd="0" destOrd="0" presId="urn:microsoft.com/office/officeart/2005/8/layout/venn1"/>
    <dgm:cxn modelId="{AF9FA8FC-FC56-4489-997D-A01F783237B7}" type="presOf" srcId="{CDB404DA-3AAF-4FBC-A41E-0537BB81625F}" destId="{3A20467A-992B-48E4-862D-C855FE8096B0}" srcOrd="0" destOrd="0" presId="urn:microsoft.com/office/officeart/2005/8/layout/venn1"/>
    <dgm:cxn modelId="{E55562C7-A082-4E29-BC2C-2169C0097979}" srcId="{CDB404DA-3AAF-4FBC-A41E-0537BB81625F}" destId="{CE5B4295-BD08-4015-8DDF-A52E3066B7B5}" srcOrd="0" destOrd="0" parTransId="{7F3590F2-22AD-43DA-B4BC-09562272B4AB}" sibTransId="{64A105BA-1BDD-4437-9238-37561834130F}"/>
    <dgm:cxn modelId="{29CA023A-0E17-4FE8-81E4-84DD3185BE06}" type="presOf" srcId="{2DD04ADC-8A49-4CAD-96E7-2F37F4FB43A7}" destId="{AFB3DE99-D2F8-43AB-99EF-7D553914552E}" srcOrd="0" destOrd="0" presId="urn:microsoft.com/office/officeart/2005/8/layout/venn1"/>
    <dgm:cxn modelId="{DDAFD2DB-1663-42E7-B1EA-437A3EE1E6D5}" srcId="{CDB404DA-3AAF-4FBC-A41E-0537BB81625F}" destId="{A3D13BA2-E0C2-47EB-808F-8C5B586BA076}" srcOrd="6" destOrd="0" parTransId="{AE891601-36CF-4B5D-B82F-3F39899F8D34}" sibTransId="{584251E5-7C43-4421-90EF-881D5F410EF6}"/>
    <dgm:cxn modelId="{8F356E90-2743-449E-B404-55C489E65F85}" srcId="{CDB404DA-3AAF-4FBC-A41E-0537BB81625F}" destId="{B359CB70-8551-43FE-808A-06CCF536C206}" srcOrd="5" destOrd="0" parTransId="{31029548-AAE8-48C3-8C60-AC2E57E28904}" sibTransId="{DE396BE2-B3F8-43CC-8A04-C4758BE3BF8C}"/>
    <dgm:cxn modelId="{71041E1C-A59E-4471-B202-8434261A6501}" type="presOf" srcId="{6B088F87-CE98-4F52-994F-0825CDF278F8}" destId="{7606CF8A-6262-4CA7-813A-30E2C3D084F1}" srcOrd="0" destOrd="0" presId="urn:microsoft.com/office/officeart/2005/8/layout/venn1"/>
    <dgm:cxn modelId="{FEA39473-A849-4D32-9539-B18B96FEF5AA}" srcId="{CDB404DA-3AAF-4FBC-A41E-0537BB81625F}" destId="{6B088F87-CE98-4F52-994F-0825CDF278F8}" srcOrd="1" destOrd="0" parTransId="{4422B321-2DDB-4923-B52A-E4969964F1EC}" sibTransId="{133A997C-90FE-496D-BA4F-7F6A74B86FD5}"/>
    <dgm:cxn modelId="{B0930887-E45E-4624-B596-CA2C5FD4473A}" type="presOf" srcId="{A3D13BA2-E0C2-47EB-808F-8C5B586BA076}" destId="{9A26A879-0F83-41E0-9F11-82C300744F95}" srcOrd="0" destOrd="0" presId="urn:microsoft.com/office/officeart/2005/8/layout/venn1"/>
    <dgm:cxn modelId="{35F1331E-E05F-4157-A15B-3A1479717F92}" srcId="{CDB404DA-3AAF-4FBC-A41E-0537BB81625F}" destId="{96200EF8-A4B2-4BB2-900B-2E6784530D13}" srcOrd="3" destOrd="0" parTransId="{497483C4-0FBA-42E7-9306-668A6A60E76B}" sibTransId="{BA2B737F-ADCE-4183-8D9B-DA9828B4AB1D}"/>
    <dgm:cxn modelId="{B7133114-76CB-4461-BC1D-24B63E5A92CC}" type="presParOf" srcId="{3A20467A-992B-48E4-862D-C855FE8096B0}" destId="{C23724DA-9F26-4957-AC8A-48F6CC25EC87}" srcOrd="0" destOrd="0" presId="urn:microsoft.com/office/officeart/2005/8/layout/venn1"/>
    <dgm:cxn modelId="{CDCC905A-A380-46E1-A6D5-5914EE9B695D}" type="presParOf" srcId="{3A20467A-992B-48E4-862D-C855FE8096B0}" destId="{46329F64-586F-4592-8F8C-96656E1BF3D3}" srcOrd="1" destOrd="0" presId="urn:microsoft.com/office/officeart/2005/8/layout/venn1"/>
    <dgm:cxn modelId="{975AFDD5-256F-45BD-84CF-4976DAC9BA5A}" type="presParOf" srcId="{3A20467A-992B-48E4-862D-C855FE8096B0}" destId="{4B731813-E561-41AD-AC7F-1E40153C5735}" srcOrd="2" destOrd="0" presId="urn:microsoft.com/office/officeart/2005/8/layout/venn1"/>
    <dgm:cxn modelId="{935E7A30-00B6-4BB9-B270-CD403CCC7C23}" type="presParOf" srcId="{3A20467A-992B-48E4-862D-C855FE8096B0}" destId="{7606CF8A-6262-4CA7-813A-30E2C3D084F1}" srcOrd="3" destOrd="0" presId="urn:microsoft.com/office/officeart/2005/8/layout/venn1"/>
    <dgm:cxn modelId="{A318F1B4-20C1-4517-B9DC-859DBED18DC6}" type="presParOf" srcId="{3A20467A-992B-48E4-862D-C855FE8096B0}" destId="{4C9F9947-EBC0-4B6D-A512-803E6ECF43D1}" srcOrd="4" destOrd="0" presId="urn:microsoft.com/office/officeart/2005/8/layout/venn1"/>
    <dgm:cxn modelId="{6C1B21F9-71F4-4E37-932D-DD8999DA065A}" type="presParOf" srcId="{3A20467A-992B-48E4-862D-C855FE8096B0}" destId="{AA5848F1-9E6D-4885-83EA-BAE078B6D9D0}" srcOrd="5" destOrd="0" presId="urn:microsoft.com/office/officeart/2005/8/layout/venn1"/>
    <dgm:cxn modelId="{2AB0A08F-16B3-4F49-9B9C-CF4C9F5B0E7D}" type="presParOf" srcId="{3A20467A-992B-48E4-862D-C855FE8096B0}" destId="{DA16FF29-5B92-47A2-873A-4D3B8F095DFB}" srcOrd="6" destOrd="0" presId="urn:microsoft.com/office/officeart/2005/8/layout/venn1"/>
    <dgm:cxn modelId="{C92F490A-A372-4AC4-AC65-5F9101ABEFBB}" type="presParOf" srcId="{3A20467A-992B-48E4-862D-C855FE8096B0}" destId="{ACAF6904-F711-412C-8187-65F61834B1B6}" srcOrd="7" destOrd="0" presId="urn:microsoft.com/office/officeart/2005/8/layout/venn1"/>
    <dgm:cxn modelId="{8D31E4FC-3D89-459C-97BB-C251A8B5EB4F}" type="presParOf" srcId="{3A20467A-992B-48E4-862D-C855FE8096B0}" destId="{82AC2BC2-77B0-46B6-BE22-1EF3C234684D}" srcOrd="8" destOrd="0" presId="urn:microsoft.com/office/officeart/2005/8/layout/venn1"/>
    <dgm:cxn modelId="{63348F17-612A-464A-8B1F-768F63234D2D}" type="presParOf" srcId="{3A20467A-992B-48E4-862D-C855FE8096B0}" destId="{AFB3DE99-D2F8-43AB-99EF-7D553914552E}" srcOrd="9" destOrd="0" presId="urn:microsoft.com/office/officeart/2005/8/layout/venn1"/>
    <dgm:cxn modelId="{FEB2490A-D516-41CA-9BD8-6A974590EADA}" type="presParOf" srcId="{3A20467A-992B-48E4-862D-C855FE8096B0}" destId="{EF4431E4-7C8B-4C35-937E-FDEBAC147E06}" srcOrd="10" destOrd="0" presId="urn:microsoft.com/office/officeart/2005/8/layout/venn1"/>
    <dgm:cxn modelId="{74AD3FC3-1730-4C89-BF49-9464123C71B9}" type="presParOf" srcId="{3A20467A-992B-48E4-862D-C855FE8096B0}" destId="{C0E68640-3C12-4FFD-BE4C-05C2E78BDFC6}" srcOrd="11" destOrd="0" presId="urn:microsoft.com/office/officeart/2005/8/layout/venn1"/>
    <dgm:cxn modelId="{E6738D33-7001-4B04-81EA-2F34A377DBDF}" type="presParOf" srcId="{3A20467A-992B-48E4-862D-C855FE8096B0}" destId="{19B27F1C-FDE7-4B91-97EA-424006F6E65A}" srcOrd="12" destOrd="0" presId="urn:microsoft.com/office/officeart/2005/8/layout/venn1"/>
    <dgm:cxn modelId="{0F270A14-50B2-4C02-A91A-CA2F772F867F}" type="presParOf" srcId="{3A20467A-992B-48E4-862D-C855FE8096B0}" destId="{9A26A879-0F83-41E0-9F11-82C300744F95}" srcOrd="13" destOrd="0" presId="urn:microsoft.com/office/officeart/2005/8/layout/venn1"/>
  </dgm:cxnLst>
  <dgm:bg/>
  <dgm:whole>
    <a:ln>
      <a:solidFill>
        <a:schemeClr val="bg1">
          <a:lumMod val="65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16F2A6-DDD3-40CA-AF17-DB8D44E332E2}"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82A80DEE-5A84-4265-8D94-886A089241E0}">
      <dgm:prSet phldrT="[Text]"/>
      <dgm:spPr>
        <a:solidFill>
          <a:schemeClr val="accent6">
            <a:lumMod val="75000"/>
          </a:schemeClr>
        </a:solidFill>
      </dgm:spPr>
      <dgm:t>
        <a:bodyPr/>
        <a:lstStyle/>
        <a:p>
          <a:pPr algn="ctr"/>
          <a:r>
            <a:rPr lang="en-US" dirty="0" smtClean="0"/>
            <a:t>PDSC Regression Suite (912)</a:t>
          </a:r>
          <a:endParaRPr lang="en-US" dirty="0"/>
        </a:p>
      </dgm:t>
    </dgm:pt>
    <dgm:pt modelId="{BCCA17AF-B58C-4562-BDCE-5F69D25CA7BD}" type="parTrans" cxnId="{08FB670F-7C28-4487-B1A0-4F4665B60B00}">
      <dgm:prSet/>
      <dgm:spPr/>
      <dgm:t>
        <a:bodyPr/>
        <a:lstStyle/>
        <a:p>
          <a:endParaRPr lang="en-US"/>
        </a:p>
      </dgm:t>
    </dgm:pt>
    <dgm:pt modelId="{B693C1CE-F6E4-4704-93DD-41A52EC94473}" type="sibTrans" cxnId="{08FB670F-7C28-4487-B1A0-4F4665B60B00}">
      <dgm:prSet/>
      <dgm:spPr/>
      <dgm:t>
        <a:bodyPr/>
        <a:lstStyle/>
        <a:p>
          <a:endParaRPr lang="en-US"/>
        </a:p>
      </dgm:t>
    </dgm:pt>
    <dgm:pt modelId="{2B262B63-1891-465B-AA8B-37BDA0B23FAD}">
      <dgm:prSet phldrT="[Text]" custT="1"/>
      <dgm:spPr>
        <a:solidFill>
          <a:schemeClr val="accent1">
            <a:lumMod val="75000"/>
            <a:alpha val="90000"/>
          </a:schemeClr>
        </a:solidFill>
      </dgm:spPr>
      <dgm:t>
        <a:bodyPr/>
        <a:lstStyle/>
        <a:p>
          <a:r>
            <a:rPr lang="en-US" sz="900" dirty="0" smtClean="0"/>
            <a:t>DISTRACK (617)</a:t>
          </a:r>
          <a:endParaRPr lang="en-US" sz="900" dirty="0"/>
        </a:p>
      </dgm:t>
    </dgm:pt>
    <dgm:pt modelId="{0737EB8D-F163-4E9F-B840-1EEC5602291A}" type="parTrans" cxnId="{0DA085BE-46CC-4921-8AFE-DEDF1D54178C}">
      <dgm:prSet/>
      <dgm:spPr/>
      <dgm:t>
        <a:bodyPr/>
        <a:lstStyle/>
        <a:p>
          <a:endParaRPr lang="en-US"/>
        </a:p>
      </dgm:t>
    </dgm:pt>
    <dgm:pt modelId="{734A836F-1FC6-40DE-935B-99296474C039}" type="sibTrans" cxnId="{0DA085BE-46CC-4921-8AFE-DEDF1D54178C}">
      <dgm:prSet/>
      <dgm:spPr/>
      <dgm:t>
        <a:bodyPr/>
        <a:lstStyle/>
        <a:p>
          <a:endParaRPr lang="en-US"/>
        </a:p>
      </dgm:t>
    </dgm:pt>
    <dgm:pt modelId="{7C55AD4D-790D-4367-909C-38CC9E320C1D}">
      <dgm:prSet phldrT="[Text]" custT="1"/>
      <dgm:spPr>
        <a:solidFill>
          <a:schemeClr val="accent1">
            <a:lumMod val="75000"/>
            <a:alpha val="90000"/>
          </a:schemeClr>
        </a:solidFill>
      </dgm:spPr>
      <dgm:t>
        <a:bodyPr/>
        <a:lstStyle/>
        <a:p>
          <a:r>
            <a:rPr lang="en-US" sz="900" dirty="0" smtClean="0"/>
            <a:t>SCORE (125)</a:t>
          </a:r>
          <a:endParaRPr lang="en-US" sz="900" dirty="0"/>
        </a:p>
      </dgm:t>
    </dgm:pt>
    <dgm:pt modelId="{1ED7C580-0C66-49D9-A5DE-704C0B4C09D9}" type="parTrans" cxnId="{59AD902D-ED5B-47A7-A0A7-1335EFD3AFC2}">
      <dgm:prSet/>
      <dgm:spPr/>
      <dgm:t>
        <a:bodyPr/>
        <a:lstStyle/>
        <a:p>
          <a:endParaRPr lang="en-US"/>
        </a:p>
      </dgm:t>
    </dgm:pt>
    <dgm:pt modelId="{00CC63EA-F38A-4A27-B7A8-9002E88725F7}" type="sibTrans" cxnId="{59AD902D-ED5B-47A7-A0A7-1335EFD3AFC2}">
      <dgm:prSet/>
      <dgm:spPr/>
      <dgm:t>
        <a:bodyPr/>
        <a:lstStyle/>
        <a:p>
          <a:endParaRPr lang="en-US"/>
        </a:p>
      </dgm:t>
    </dgm:pt>
    <dgm:pt modelId="{E4489A84-86D8-44D2-B0D1-0AC223E6376B}">
      <dgm:prSet phldrT="[Text]" custT="1"/>
      <dgm:spPr>
        <a:solidFill>
          <a:schemeClr val="accent1">
            <a:lumMod val="75000"/>
            <a:alpha val="90000"/>
          </a:schemeClr>
        </a:solidFill>
      </dgm:spPr>
      <dgm:t>
        <a:bodyPr/>
        <a:lstStyle/>
        <a:p>
          <a:r>
            <a:rPr lang="en-US" sz="900" dirty="0" smtClean="0"/>
            <a:t>CORE DB (114)</a:t>
          </a:r>
          <a:endParaRPr lang="en-US" sz="900" dirty="0"/>
        </a:p>
      </dgm:t>
    </dgm:pt>
    <dgm:pt modelId="{D059FF22-34CD-40CF-B6D7-76D1BED1EC91}" type="parTrans" cxnId="{0761C089-3AF8-465A-AE1D-E9F0725E2394}">
      <dgm:prSet/>
      <dgm:spPr/>
      <dgm:t>
        <a:bodyPr/>
        <a:lstStyle/>
        <a:p>
          <a:endParaRPr lang="en-US"/>
        </a:p>
      </dgm:t>
    </dgm:pt>
    <dgm:pt modelId="{99039FE0-2C56-4B63-89D3-17D8EF0294E4}" type="sibTrans" cxnId="{0761C089-3AF8-465A-AE1D-E9F0725E2394}">
      <dgm:prSet/>
      <dgm:spPr/>
      <dgm:t>
        <a:bodyPr/>
        <a:lstStyle/>
        <a:p>
          <a:endParaRPr lang="en-US"/>
        </a:p>
      </dgm:t>
    </dgm:pt>
    <dgm:pt modelId="{D7FC1EA8-4B5D-4C99-AA48-E4935BCBE284}">
      <dgm:prSet phldrT="[Text]" custT="1"/>
      <dgm:spPr>
        <a:solidFill>
          <a:schemeClr val="accent1">
            <a:lumMod val="75000"/>
            <a:alpha val="90000"/>
          </a:schemeClr>
        </a:solidFill>
      </dgm:spPr>
      <dgm:t>
        <a:bodyPr/>
        <a:lstStyle/>
        <a:p>
          <a:r>
            <a:rPr lang="en-US" sz="900" dirty="0" smtClean="0"/>
            <a:t>RECALL (56)</a:t>
          </a:r>
          <a:endParaRPr lang="en-US" sz="900" dirty="0"/>
        </a:p>
      </dgm:t>
    </dgm:pt>
    <dgm:pt modelId="{2CCEF4FE-9C40-449E-B328-68F82DA63906}" type="parTrans" cxnId="{DCD2862D-20E3-406D-B051-DB1C3D3EF7B6}">
      <dgm:prSet/>
      <dgm:spPr/>
      <dgm:t>
        <a:bodyPr/>
        <a:lstStyle/>
        <a:p>
          <a:endParaRPr lang="en-US"/>
        </a:p>
      </dgm:t>
    </dgm:pt>
    <dgm:pt modelId="{1115B492-577F-47FC-8CAE-15A389F0AE51}" type="sibTrans" cxnId="{DCD2862D-20E3-406D-B051-DB1C3D3EF7B6}">
      <dgm:prSet/>
      <dgm:spPr/>
      <dgm:t>
        <a:bodyPr/>
        <a:lstStyle/>
        <a:p>
          <a:endParaRPr lang="en-US"/>
        </a:p>
      </dgm:t>
    </dgm:pt>
    <dgm:pt modelId="{A6AD32FE-AE6C-474E-A545-715A58EEFB17}" type="pres">
      <dgm:prSet presAssocID="{B416F2A6-DDD3-40CA-AF17-DB8D44E332E2}" presName="Name0" presStyleCnt="0">
        <dgm:presLayoutVars>
          <dgm:chMax val="3"/>
          <dgm:chPref val="1"/>
          <dgm:dir/>
          <dgm:animLvl val="lvl"/>
          <dgm:resizeHandles/>
        </dgm:presLayoutVars>
      </dgm:prSet>
      <dgm:spPr/>
      <dgm:t>
        <a:bodyPr/>
        <a:lstStyle/>
        <a:p>
          <a:endParaRPr lang="en-US"/>
        </a:p>
      </dgm:t>
    </dgm:pt>
    <dgm:pt modelId="{CDB787E1-BBCD-4ED5-BF89-82F47D2D5B04}" type="pres">
      <dgm:prSet presAssocID="{B416F2A6-DDD3-40CA-AF17-DB8D44E332E2}" presName="outerBox" presStyleCnt="0"/>
      <dgm:spPr/>
    </dgm:pt>
    <dgm:pt modelId="{0D04E26C-E1E5-457D-B2D7-1E818B7BDB68}" type="pres">
      <dgm:prSet presAssocID="{B416F2A6-DDD3-40CA-AF17-DB8D44E332E2}" presName="outerBoxParent" presStyleLbl="node1" presStyleIdx="0" presStyleCnt="1" custLinFactNeighborX="236"/>
      <dgm:spPr/>
      <dgm:t>
        <a:bodyPr/>
        <a:lstStyle/>
        <a:p>
          <a:endParaRPr lang="en-US"/>
        </a:p>
      </dgm:t>
    </dgm:pt>
    <dgm:pt modelId="{13A0167B-35FA-411F-A5EC-5DE731CA5BAD}" type="pres">
      <dgm:prSet presAssocID="{B416F2A6-DDD3-40CA-AF17-DB8D44E332E2}" presName="outerBoxChildren" presStyleCnt="0"/>
      <dgm:spPr/>
    </dgm:pt>
    <dgm:pt modelId="{8C2B348B-B3E3-442D-9D01-9930AE07AA40}" type="pres">
      <dgm:prSet presAssocID="{2B262B63-1891-465B-AA8B-37BDA0B23FAD}" presName="oChild" presStyleLbl="fgAcc1" presStyleIdx="0" presStyleCnt="4">
        <dgm:presLayoutVars>
          <dgm:bulletEnabled val="1"/>
        </dgm:presLayoutVars>
      </dgm:prSet>
      <dgm:spPr/>
      <dgm:t>
        <a:bodyPr/>
        <a:lstStyle/>
        <a:p>
          <a:endParaRPr lang="en-US"/>
        </a:p>
      </dgm:t>
    </dgm:pt>
    <dgm:pt modelId="{B69DF7F1-D539-4C72-8E13-A8DFCD1B05F2}" type="pres">
      <dgm:prSet presAssocID="{734A836F-1FC6-40DE-935B-99296474C039}" presName="outerSibTrans" presStyleCnt="0"/>
      <dgm:spPr/>
    </dgm:pt>
    <dgm:pt modelId="{E25D3232-168E-47BF-B2E6-BF71901DDC7E}" type="pres">
      <dgm:prSet presAssocID="{7C55AD4D-790D-4367-909C-38CC9E320C1D}" presName="oChild" presStyleLbl="fgAcc1" presStyleIdx="1" presStyleCnt="4">
        <dgm:presLayoutVars>
          <dgm:bulletEnabled val="1"/>
        </dgm:presLayoutVars>
      </dgm:prSet>
      <dgm:spPr/>
      <dgm:t>
        <a:bodyPr/>
        <a:lstStyle/>
        <a:p>
          <a:endParaRPr lang="en-US"/>
        </a:p>
      </dgm:t>
    </dgm:pt>
    <dgm:pt modelId="{3D083977-299B-4402-94DA-BBA9592BF1AC}" type="pres">
      <dgm:prSet presAssocID="{00CC63EA-F38A-4A27-B7A8-9002E88725F7}" presName="outerSibTrans" presStyleCnt="0"/>
      <dgm:spPr/>
    </dgm:pt>
    <dgm:pt modelId="{B419295B-7691-40A4-B31D-DF658C3177F2}" type="pres">
      <dgm:prSet presAssocID="{E4489A84-86D8-44D2-B0D1-0AC223E6376B}" presName="oChild" presStyleLbl="fgAcc1" presStyleIdx="2" presStyleCnt="4">
        <dgm:presLayoutVars>
          <dgm:bulletEnabled val="1"/>
        </dgm:presLayoutVars>
      </dgm:prSet>
      <dgm:spPr/>
      <dgm:t>
        <a:bodyPr/>
        <a:lstStyle/>
        <a:p>
          <a:endParaRPr lang="en-US"/>
        </a:p>
      </dgm:t>
    </dgm:pt>
    <dgm:pt modelId="{E79FD619-8970-4262-B3CB-630DFE359AC5}" type="pres">
      <dgm:prSet presAssocID="{99039FE0-2C56-4B63-89D3-17D8EF0294E4}" presName="outerSibTrans" presStyleCnt="0"/>
      <dgm:spPr/>
    </dgm:pt>
    <dgm:pt modelId="{8513B183-337E-4B1D-99C4-465567F48F97}" type="pres">
      <dgm:prSet presAssocID="{D7FC1EA8-4B5D-4C99-AA48-E4935BCBE284}" presName="oChild" presStyleLbl="fgAcc1" presStyleIdx="3" presStyleCnt="4">
        <dgm:presLayoutVars>
          <dgm:bulletEnabled val="1"/>
        </dgm:presLayoutVars>
      </dgm:prSet>
      <dgm:spPr/>
      <dgm:t>
        <a:bodyPr/>
        <a:lstStyle/>
        <a:p>
          <a:endParaRPr lang="en-US"/>
        </a:p>
      </dgm:t>
    </dgm:pt>
  </dgm:ptLst>
  <dgm:cxnLst>
    <dgm:cxn modelId="{C5FC6E10-193D-458E-B5AF-D47847232423}" type="presOf" srcId="{82A80DEE-5A84-4265-8D94-886A089241E0}" destId="{0D04E26C-E1E5-457D-B2D7-1E818B7BDB68}" srcOrd="0" destOrd="0" presId="urn:microsoft.com/office/officeart/2005/8/layout/target2"/>
    <dgm:cxn modelId="{F0644215-2510-4D48-A5A1-E9209C5D553D}" type="presOf" srcId="{B416F2A6-DDD3-40CA-AF17-DB8D44E332E2}" destId="{A6AD32FE-AE6C-474E-A545-715A58EEFB17}" srcOrd="0" destOrd="0" presId="urn:microsoft.com/office/officeart/2005/8/layout/target2"/>
    <dgm:cxn modelId="{E0A851D7-1757-4FAF-8C7C-9A641B8AC690}" type="presOf" srcId="{E4489A84-86D8-44D2-B0D1-0AC223E6376B}" destId="{B419295B-7691-40A4-B31D-DF658C3177F2}" srcOrd="0" destOrd="0" presId="urn:microsoft.com/office/officeart/2005/8/layout/target2"/>
    <dgm:cxn modelId="{DCD2862D-20E3-406D-B051-DB1C3D3EF7B6}" srcId="{82A80DEE-5A84-4265-8D94-886A089241E0}" destId="{D7FC1EA8-4B5D-4C99-AA48-E4935BCBE284}" srcOrd="3" destOrd="0" parTransId="{2CCEF4FE-9C40-449E-B328-68F82DA63906}" sibTransId="{1115B492-577F-47FC-8CAE-15A389F0AE51}"/>
    <dgm:cxn modelId="{08FB670F-7C28-4487-B1A0-4F4665B60B00}" srcId="{B416F2A6-DDD3-40CA-AF17-DB8D44E332E2}" destId="{82A80DEE-5A84-4265-8D94-886A089241E0}" srcOrd="0" destOrd="0" parTransId="{BCCA17AF-B58C-4562-BDCE-5F69D25CA7BD}" sibTransId="{B693C1CE-F6E4-4704-93DD-41A52EC94473}"/>
    <dgm:cxn modelId="{2648E69D-CA31-4A8A-BC2D-F87F7B178D9B}" type="presOf" srcId="{D7FC1EA8-4B5D-4C99-AA48-E4935BCBE284}" destId="{8513B183-337E-4B1D-99C4-465567F48F97}" srcOrd="0" destOrd="0" presId="urn:microsoft.com/office/officeart/2005/8/layout/target2"/>
    <dgm:cxn modelId="{878B564D-26F8-4708-9BF2-D4016A1763A6}" type="presOf" srcId="{2B262B63-1891-465B-AA8B-37BDA0B23FAD}" destId="{8C2B348B-B3E3-442D-9D01-9930AE07AA40}" srcOrd="0" destOrd="0" presId="urn:microsoft.com/office/officeart/2005/8/layout/target2"/>
    <dgm:cxn modelId="{0DA085BE-46CC-4921-8AFE-DEDF1D54178C}" srcId="{82A80DEE-5A84-4265-8D94-886A089241E0}" destId="{2B262B63-1891-465B-AA8B-37BDA0B23FAD}" srcOrd="0" destOrd="0" parTransId="{0737EB8D-F163-4E9F-B840-1EEC5602291A}" sibTransId="{734A836F-1FC6-40DE-935B-99296474C039}"/>
    <dgm:cxn modelId="{94B92F0E-4FC0-4DD7-B06D-A71718B4392A}" type="presOf" srcId="{7C55AD4D-790D-4367-909C-38CC9E320C1D}" destId="{E25D3232-168E-47BF-B2E6-BF71901DDC7E}" srcOrd="0" destOrd="0" presId="urn:microsoft.com/office/officeart/2005/8/layout/target2"/>
    <dgm:cxn modelId="{59AD902D-ED5B-47A7-A0A7-1335EFD3AFC2}" srcId="{82A80DEE-5A84-4265-8D94-886A089241E0}" destId="{7C55AD4D-790D-4367-909C-38CC9E320C1D}" srcOrd="1" destOrd="0" parTransId="{1ED7C580-0C66-49D9-A5DE-704C0B4C09D9}" sibTransId="{00CC63EA-F38A-4A27-B7A8-9002E88725F7}"/>
    <dgm:cxn modelId="{0761C089-3AF8-465A-AE1D-E9F0725E2394}" srcId="{82A80DEE-5A84-4265-8D94-886A089241E0}" destId="{E4489A84-86D8-44D2-B0D1-0AC223E6376B}" srcOrd="2" destOrd="0" parTransId="{D059FF22-34CD-40CF-B6D7-76D1BED1EC91}" sibTransId="{99039FE0-2C56-4B63-89D3-17D8EF0294E4}"/>
    <dgm:cxn modelId="{19A3D9EB-DD94-4BF5-9C5B-284B5DCB6553}" type="presParOf" srcId="{A6AD32FE-AE6C-474E-A545-715A58EEFB17}" destId="{CDB787E1-BBCD-4ED5-BF89-82F47D2D5B04}" srcOrd="0" destOrd="0" presId="urn:microsoft.com/office/officeart/2005/8/layout/target2"/>
    <dgm:cxn modelId="{0A97CF42-EE53-4BF3-933A-83A6B2E97B69}" type="presParOf" srcId="{CDB787E1-BBCD-4ED5-BF89-82F47D2D5B04}" destId="{0D04E26C-E1E5-457D-B2D7-1E818B7BDB68}" srcOrd="0" destOrd="0" presId="urn:microsoft.com/office/officeart/2005/8/layout/target2"/>
    <dgm:cxn modelId="{04E1EB2B-E31A-4245-9D58-E41C138E4276}" type="presParOf" srcId="{CDB787E1-BBCD-4ED5-BF89-82F47D2D5B04}" destId="{13A0167B-35FA-411F-A5EC-5DE731CA5BAD}" srcOrd="1" destOrd="0" presId="urn:microsoft.com/office/officeart/2005/8/layout/target2"/>
    <dgm:cxn modelId="{AE89B996-42CA-4540-83F9-B10A38909B3D}" type="presParOf" srcId="{13A0167B-35FA-411F-A5EC-5DE731CA5BAD}" destId="{8C2B348B-B3E3-442D-9D01-9930AE07AA40}" srcOrd="0" destOrd="0" presId="urn:microsoft.com/office/officeart/2005/8/layout/target2"/>
    <dgm:cxn modelId="{77D3E4FC-852C-4383-BA8A-95ABDC3A579F}" type="presParOf" srcId="{13A0167B-35FA-411F-A5EC-5DE731CA5BAD}" destId="{B69DF7F1-D539-4C72-8E13-A8DFCD1B05F2}" srcOrd="1" destOrd="0" presId="urn:microsoft.com/office/officeart/2005/8/layout/target2"/>
    <dgm:cxn modelId="{208ABFC8-22A8-44BF-AF74-C8E40ACE081A}" type="presParOf" srcId="{13A0167B-35FA-411F-A5EC-5DE731CA5BAD}" destId="{E25D3232-168E-47BF-B2E6-BF71901DDC7E}" srcOrd="2" destOrd="0" presId="urn:microsoft.com/office/officeart/2005/8/layout/target2"/>
    <dgm:cxn modelId="{64A48B12-E6E5-4181-BF5A-7CD956653E22}" type="presParOf" srcId="{13A0167B-35FA-411F-A5EC-5DE731CA5BAD}" destId="{3D083977-299B-4402-94DA-BBA9592BF1AC}" srcOrd="3" destOrd="0" presId="urn:microsoft.com/office/officeart/2005/8/layout/target2"/>
    <dgm:cxn modelId="{696C2B48-BEB2-446A-8946-CA170FDE1441}" type="presParOf" srcId="{13A0167B-35FA-411F-A5EC-5DE731CA5BAD}" destId="{B419295B-7691-40A4-B31D-DF658C3177F2}" srcOrd="4" destOrd="0" presId="urn:microsoft.com/office/officeart/2005/8/layout/target2"/>
    <dgm:cxn modelId="{8E4D1821-3D1D-4788-9761-00D7C5E593D7}" type="presParOf" srcId="{13A0167B-35FA-411F-A5EC-5DE731CA5BAD}" destId="{E79FD619-8970-4262-B3CB-630DFE359AC5}" srcOrd="5" destOrd="0" presId="urn:microsoft.com/office/officeart/2005/8/layout/target2"/>
    <dgm:cxn modelId="{BF657064-79CA-4B44-89E7-716712F1E5DF}" type="presParOf" srcId="{13A0167B-35FA-411F-A5EC-5DE731CA5BAD}" destId="{8513B183-337E-4B1D-99C4-465567F48F97}" srcOrd="6" destOrd="0" presId="urn:microsoft.com/office/officeart/2005/8/layout/targe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914DA75-51DE-49FC-91F7-36DD6820372D}" type="doc">
      <dgm:prSet loTypeId="urn:microsoft.com/office/officeart/2005/8/layout/process1" loCatId="process" qsTypeId="urn:microsoft.com/office/officeart/2005/8/quickstyle/simple1" qsCatId="simple" csTypeId="urn:microsoft.com/office/officeart/2005/8/colors/accent1_2" csCatId="accent1" phldr="1"/>
      <dgm:spPr/>
    </dgm:pt>
    <dgm:pt modelId="{EA476045-128A-4484-A32E-94F675809855}">
      <dgm:prSet phldrT="[Text]" custT="1"/>
      <dgm:spPr>
        <a:solidFill>
          <a:schemeClr val="bg2">
            <a:lumMod val="50000"/>
          </a:schemeClr>
        </a:solidFill>
      </dgm:spPr>
      <dgm:t>
        <a:bodyPr/>
        <a:lstStyle/>
        <a:p>
          <a:r>
            <a:rPr lang="en-US" sz="1100" b="0" dirty="0" smtClean="0"/>
            <a:t>Identification of High level scenarios</a:t>
          </a:r>
          <a:endParaRPr lang="en-US" sz="1100" b="0" dirty="0"/>
        </a:p>
      </dgm:t>
    </dgm:pt>
    <dgm:pt modelId="{30339C67-6FA4-4DDE-92DA-24E3AAAF03E2}" type="parTrans" cxnId="{9C7245E9-248B-4A40-90E9-84C43D14525E}">
      <dgm:prSet/>
      <dgm:spPr/>
      <dgm:t>
        <a:bodyPr/>
        <a:lstStyle/>
        <a:p>
          <a:endParaRPr lang="en-US"/>
        </a:p>
      </dgm:t>
    </dgm:pt>
    <dgm:pt modelId="{18CE4074-611F-4A1E-B61A-7DFB6BA5C342}" type="sibTrans" cxnId="{9C7245E9-248B-4A40-90E9-84C43D14525E}">
      <dgm:prSet/>
      <dgm:spPr>
        <a:solidFill>
          <a:schemeClr val="accent5">
            <a:lumMod val="60000"/>
            <a:lumOff val="40000"/>
          </a:schemeClr>
        </a:solidFill>
      </dgm:spPr>
      <dgm:t>
        <a:bodyPr/>
        <a:lstStyle/>
        <a:p>
          <a:endParaRPr lang="en-US"/>
        </a:p>
      </dgm:t>
    </dgm:pt>
    <dgm:pt modelId="{D990918A-7FAD-4D5C-A21F-7CA6C018DB3D}">
      <dgm:prSet phldrT="[Text]" custT="1"/>
      <dgm:spPr>
        <a:solidFill>
          <a:schemeClr val="bg2">
            <a:lumMod val="50000"/>
          </a:schemeClr>
        </a:solidFill>
      </dgm:spPr>
      <dgm:t>
        <a:bodyPr/>
        <a:lstStyle/>
        <a:p>
          <a:r>
            <a:rPr lang="en-US" sz="1100" dirty="0" smtClean="0"/>
            <a:t>Review session with stakeholder </a:t>
          </a:r>
          <a:endParaRPr lang="en-US" sz="1100" dirty="0"/>
        </a:p>
      </dgm:t>
    </dgm:pt>
    <dgm:pt modelId="{8A654C7F-B04F-406E-AF55-E9FFA7BBC670}" type="parTrans" cxnId="{9F069369-1777-41A3-8D5F-DC230FE82B3D}">
      <dgm:prSet/>
      <dgm:spPr/>
      <dgm:t>
        <a:bodyPr/>
        <a:lstStyle/>
        <a:p>
          <a:endParaRPr lang="en-US"/>
        </a:p>
      </dgm:t>
    </dgm:pt>
    <dgm:pt modelId="{3981DBB0-6D4F-4BF7-870E-294D0AB1AEC5}" type="sibTrans" cxnId="{9F069369-1777-41A3-8D5F-DC230FE82B3D}">
      <dgm:prSet/>
      <dgm:spPr>
        <a:solidFill>
          <a:schemeClr val="accent5">
            <a:lumMod val="60000"/>
            <a:lumOff val="40000"/>
          </a:schemeClr>
        </a:solidFill>
      </dgm:spPr>
      <dgm:t>
        <a:bodyPr/>
        <a:lstStyle/>
        <a:p>
          <a:endParaRPr lang="en-US"/>
        </a:p>
      </dgm:t>
    </dgm:pt>
    <dgm:pt modelId="{1E93106F-BF20-4EF3-88C7-F9FBA9724D7C}">
      <dgm:prSet phldrT="[Text]"/>
      <dgm:spPr>
        <a:solidFill>
          <a:schemeClr val="bg2">
            <a:lumMod val="50000"/>
          </a:schemeClr>
        </a:solidFill>
      </dgm:spPr>
      <dgm:t>
        <a:bodyPr/>
        <a:lstStyle/>
        <a:p>
          <a:r>
            <a:rPr lang="en-US" dirty="0" smtClean="0"/>
            <a:t>Sign-off / Approval</a:t>
          </a:r>
          <a:endParaRPr lang="en-US" dirty="0"/>
        </a:p>
      </dgm:t>
    </dgm:pt>
    <dgm:pt modelId="{5DD03291-17E7-41CB-9A99-000CF5F627B6}" type="parTrans" cxnId="{D369C3B5-B1E1-4B25-B331-40B2DD9D319F}">
      <dgm:prSet/>
      <dgm:spPr/>
      <dgm:t>
        <a:bodyPr/>
        <a:lstStyle/>
        <a:p>
          <a:endParaRPr lang="en-US"/>
        </a:p>
      </dgm:t>
    </dgm:pt>
    <dgm:pt modelId="{E2E6BFFD-0142-49D5-AF8F-F38A341E8D72}" type="sibTrans" cxnId="{D369C3B5-B1E1-4B25-B331-40B2DD9D319F}">
      <dgm:prSet/>
      <dgm:spPr>
        <a:solidFill>
          <a:schemeClr val="accent5">
            <a:lumMod val="60000"/>
            <a:lumOff val="40000"/>
          </a:schemeClr>
        </a:solidFill>
      </dgm:spPr>
      <dgm:t>
        <a:bodyPr/>
        <a:lstStyle/>
        <a:p>
          <a:endParaRPr lang="en-US"/>
        </a:p>
      </dgm:t>
    </dgm:pt>
    <dgm:pt modelId="{F123114B-5413-46CE-9EA5-08DCAAD77CE6}">
      <dgm:prSet phldrT="[Text]"/>
      <dgm:spPr>
        <a:solidFill>
          <a:schemeClr val="bg2">
            <a:lumMod val="50000"/>
          </a:schemeClr>
        </a:solidFill>
      </dgm:spPr>
      <dgm:t>
        <a:bodyPr/>
        <a:lstStyle/>
        <a:p>
          <a:r>
            <a:rPr lang="en-US" dirty="0" smtClean="0"/>
            <a:t>Knowledge Transfer</a:t>
          </a:r>
          <a:endParaRPr lang="en-US" dirty="0"/>
        </a:p>
      </dgm:t>
    </dgm:pt>
    <dgm:pt modelId="{ADAA75F7-F5E4-4126-B8A7-7E466FDB6D48}" type="parTrans" cxnId="{10DE4E3D-22FA-4F9D-BCF1-E1B75A1D7F03}">
      <dgm:prSet/>
      <dgm:spPr/>
      <dgm:t>
        <a:bodyPr/>
        <a:lstStyle/>
        <a:p>
          <a:endParaRPr lang="en-US"/>
        </a:p>
      </dgm:t>
    </dgm:pt>
    <dgm:pt modelId="{9D05EA56-B5C1-4F6E-AD1D-B15A65F1EB6E}" type="sibTrans" cxnId="{10DE4E3D-22FA-4F9D-BCF1-E1B75A1D7F03}">
      <dgm:prSet/>
      <dgm:spPr>
        <a:solidFill>
          <a:schemeClr val="accent5">
            <a:lumMod val="60000"/>
            <a:lumOff val="40000"/>
          </a:schemeClr>
        </a:solidFill>
      </dgm:spPr>
      <dgm:t>
        <a:bodyPr/>
        <a:lstStyle/>
        <a:p>
          <a:endParaRPr lang="en-US"/>
        </a:p>
      </dgm:t>
    </dgm:pt>
    <dgm:pt modelId="{BFC287ED-BE25-44D9-8419-169E40305686}">
      <dgm:prSet phldrT="[Text]"/>
      <dgm:spPr>
        <a:solidFill>
          <a:schemeClr val="bg2">
            <a:lumMod val="50000"/>
          </a:schemeClr>
        </a:solidFill>
      </dgm:spPr>
      <dgm:t>
        <a:bodyPr/>
        <a:lstStyle/>
        <a:p>
          <a:r>
            <a:rPr lang="en-US" dirty="0" smtClean="0"/>
            <a:t>Manual Test Case Development</a:t>
          </a:r>
          <a:endParaRPr lang="en-US" dirty="0"/>
        </a:p>
      </dgm:t>
    </dgm:pt>
    <dgm:pt modelId="{9556835F-FF38-4DBC-A04C-96789B47FE6D}" type="parTrans" cxnId="{9779A416-173D-4A18-A708-97F732A1922A}">
      <dgm:prSet/>
      <dgm:spPr/>
      <dgm:t>
        <a:bodyPr/>
        <a:lstStyle/>
        <a:p>
          <a:endParaRPr lang="en-US"/>
        </a:p>
      </dgm:t>
    </dgm:pt>
    <dgm:pt modelId="{E721E235-7410-420F-B1FD-6653B9F0AE42}" type="sibTrans" cxnId="{9779A416-173D-4A18-A708-97F732A1922A}">
      <dgm:prSet/>
      <dgm:spPr>
        <a:solidFill>
          <a:schemeClr val="accent5">
            <a:lumMod val="60000"/>
            <a:lumOff val="40000"/>
          </a:schemeClr>
        </a:solidFill>
      </dgm:spPr>
      <dgm:t>
        <a:bodyPr/>
        <a:lstStyle/>
        <a:p>
          <a:endParaRPr lang="en-US"/>
        </a:p>
      </dgm:t>
    </dgm:pt>
    <dgm:pt modelId="{3C405B54-726A-4EA8-B9A9-BCB7FFB2CF6F}">
      <dgm:prSet phldrT="[Text]"/>
      <dgm:spPr>
        <a:solidFill>
          <a:schemeClr val="bg2">
            <a:lumMod val="50000"/>
          </a:schemeClr>
        </a:solidFill>
      </dgm:spPr>
      <dgm:t>
        <a:bodyPr/>
        <a:lstStyle/>
        <a:p>
          <a:r>
            <a:rPr lang="en-US" dirty="0" smtClean="0"/>
            <a:t>Automation Planning &amp; Script Development</a:t>
          </a:r>
          <a:endParaRPr lang="en-US" dirty="0"/>
        </a:p>
      </dgm:t>
    </dgm:pt>
    <dgm:pt modelId="{A1E1DF63-0AD6-41CB-A912-ECD9D38E723F}" type="parTrans" cxnId="{1B77ED80-0583-42F4-BCB2-53F028C64DAC}">
      <dgm:prSet/>
      <dgm:spPr/>
      <dgm:t>
        <a:bodyPr/>
        <a:lstStyle/>
        <a:p>
          <a:endParaRPr lang="en-US"/>
        </a:p>
      </dgm:t>
    </dgm:pt>
    <dgm:pt modelId="{CFA474A8-A780-402D-BA2C-9D056DAA2B7C}" type="sibTrans" cxnId="{1B77ED80-0583-42F4-BCB2-53F028C64DAC}">
      <dgm:prSet/>
      <dgm:spPr>
        <a:solidFill>
          <a:schemeClr val="accent5">
            <a:lumMod val="60000"/>
            <a:lumOff val="40000"/>
          </a:schemeClr>
        </a:solidFill>
      </dgm:spPr>
      <dgm:t>
        <a:bodyPr/>
        <a:lstStyle/>
        <a:p>
          <a:endParaRPr lang="en-US"/>
        </a:p>
      </dgm:t>
    </dgm:pt>
    <dgm:pt modelId="{A0589D81-9094-4CC3-ACB7-7B405647B17F}">
      <dgm:prSet phldrT="[Text]"/>
      <dgm:spPr>
        <a:solidFill>
          <a:schemeClr val="bg2">
            <a:lumMod val="50000"/>
          </a:schemeClr>
        </a:solidFill>
      </dgm:spPr>
      <dgm:t>
        <a:bodyPr/>
        <a:lstStyle/>
        <a:p>
          <a:r>
            <a:rPr lang="en-US" dirty="0" smtClean="0"/>
            <a:t>Automation Script        Sign - off</a:t>
          </a:r>
          <a:endParaRPr lang="en-US" dirty="0"/>
        </a:p>
      </dgm:t>
    </dgm:pt>
    <dgm:pt modelId="{931FDD34-3442-4CD5-9A7D-65529BC046F7}" type="parTrans" cxnId="{9CFC5CB7-969D-4C33-9C99-19C213508C71}">
      <dgm:prSet/>
      <dgm:spPr/>
      <dgm:t>
        <a:bodyPr/>
        <a:lstStyle/>
        <a:p>
          <a:endParaRPr lang="en-US"/>
        </a:p>
      </dgm:t>
    </dgm:pt>
    <dgm:pt modelId="{A1DBB946-6300-44AD-B3A8-B1BC99FAE7D0}" type="sibTrans" cxnId="{9CFC5CB7-969D-4C33-9C99-19C213508C71}">
      <dgm:prSet/>
      <dgm:spPr/>
      <dgm:t>
        <a:bodyPr/>
        <a:lstStyle/>
        <a:p>
          <a:endParaRPr lang="en-US"/>
        </a:p>
      </dgm:t>
    </dgm:pt>
    <dgm:pt modelId="{D7883F2F-C5A7-4D5F-80B0-D8464E993D46}" type="pres">
      <dgm:prSet presAssocID="{7914DA75-51DE-49FC-91F7-36DD6820372D}" presName="Name0" presStyleCnt="0">
        <dgm:presLayoutVars>
          <dgm:dir/>
          <dgm:resizeHandles val="exact"/>
        </dgm:presLayoutVars>
      </dgm:prSet>
      <dgm:spPr/>
    </dgm:pt>
    <dgm:pt modelId="{72C72822-A029-4A46-8A3D-6C21CB81C53D}" type="pres">
      <dgm:prSet presAssocID="{EA476045-128A-4484-A32E-94F675809855}" presName="node" presStyleLbl="node1" presStyleIdx="0" presStyleCnt="7" custScaleY="103019">
        <dgm:presLayoutVars>
          <dgm:bulletEnabled val="1"/>
        </dgm:presLayoutVars>
      </dgm:prSet>
      <dgm:spPr/>
      <dgm:t>
        <a:bodyPr/>
        <a:lstStyle/>
        <a:p>
          <a:endParaRPr lang="en-US"/>
        </a:p>
      </dgm:t>
    </dgm:pt>
    <dgm:pt modelId="{402C3B02-591B-477B-B71D-A7CE31710F39}" type="pres">
      <dgm:prSet presAssocID="{18CE4074-611F-4A1E-B61A-7DFB6BA5C342}" presName="sibTrans" presStyleLbl="sibTrans2D1" presStyleIdx="0" presStyleCnt="6"/>
      <dgm:spPr/>
      <dgm:t>
        <a:bodyPr/>
        <a:lstStyle/>
        <a:p>
          <a:endParaRPr lang="en-US"/>
        </a:p>
      </dgm:t>
    </dgm:pt>
    <dgm:pt modelId="{4C691E13-8244-449F-9701-CE8BFBCC537D}" type="pres">
      <dgm:prSet presAssocID="{18CE4074-611F-4A1E-B61A-7DFB6BA5C342}" presName="connectorText" presStyleLbl="sibTrans2D1" presStyleIdx="0" presStyleCnt="6"/>
      <dgm:spPr/>
      <dgm:t>
        <a:bodyPr/>
        <a:lstStyle/>
        <a:p>
          <a:endParaRPr lang="en-US"/>
        </a:p>
      </dgm:t>
    </dgm:pt>
    <dgm:pt modelId="{E0088916-2F3F-4B3E-A882-E8DA078EE523}" type="pres">
      <dgm:prSet presAssocID="{D990918A-7FAD-4D5C-A21F-7CA6C018DB3D}" presName="node" presStyleLbl="node1" presStyleIdx="1" presStyleCnt="7" custScaleY="100049">
        <dgm:presLayoutVars>
          <dgm:bulletEnabled val="1"/>
        </dgm:presLayoutVars>
      </dgm:prSet>
      <dgm:spPr/>
      <dgm:t>
        <a:bodyPr/>
        <a:lstStyle/>
        <a:p>
          <a:endParaRPr lang="en-US"/>
        </a:p>
      </dgm:t>
    </dgm:pt>
    <dgm:pt modelId="{795B99E7-84D0-4973-8CE3-68B46B3576F1}" type="pres">
      <dgm:prSet presAssocID="{3981DBB0-6D4F-4BF7-870E-294D0AB1AEC5}" presName="sibTrans" presStyleLbl="sibTrans2D1" presStyleIdx="1" presStyleCnt="6"/>
      <dgm:spPr/>
      <dgm:t>
        <a:bodyPr/>
        <a:lstStyle/>
        <a:p>
          <a:endParaRPr lang="en-US"/>
        </a:p>
      </dgm:t>
    </dgm:pt>
    <dgm:pt modelId="{43D7F187-8763-4252-8782-299CCD68C414}" type="pres">
      <dgm:prSet presAssocID="{3981DBB0-6D4F-4BF7-870E-294D0AB1AEC5}" presName="connectorText" presStyleLbl="sibTrans2D1" presStyleIdx="1" presStyleCnt="6"/>
      <dgm:spPr/>
      <dgm:t>
        <a:bodyPr/>
        <a:lstStyle/>
        <a:p>
          <a:endParaRPr lang="en-US"/>
        </a:p>
      </dgm:t>
    </dgm:pt>
    <dgm:pt modelId="{C2FF4AF8-651B-45B0-A372-89EB07E85B11}" type="pres">
      <dgm:prSet presAssocID="{1E93106F-BF20-4EF3-88C7-F9FBA9724D7C}" presName="node" presStyleLbl="node1" presStyleIdx="2" presStyleCnt="7">
        <dgm:presLayoutVars>
          <dgm:bulletEnabled val="1"/>
        </dgm:presLayoutVars>
      </dgm:prSet>
      <dgm:spPr/>
      <dgm:t>
        <a:bodyPr/>
        <a:lstStyle/>
        <a:p>
          <a:endParaRPr lang="en-US"/>
        </a:p>
      </dgm:t>
    </dgm:pt>
    <dgm:pt modelId="{01F56B9D-9688-49BE-ACAB-6EC6830C4CFB}" type="pres">
      <dgm:prSet presAssocID="{E2E6BFFD-0142-49D5-AF8F-F38A341E8D72}" presName="sibTrans" presStyleLbl="sibTrans2D1" presStyleIdx="2" presStyleCnt="6"/>
      <dgm:spPr/>
      <dgm:t>
        <a:bodyPr/>
        <a:lstStyle/>
        <a:p>
          <a:endParaRPr lang="en-US"/>
        </a:p>
      </dgm:t>
    </dgm:pt>
    <dgm:pt modelId="{2D6F2DFD-E9BD-448F-8370-CA80FF618868}" type="pres">
      <dgm:prSet presAssocID="{E2E6BFFD-0142-49D5-AF8F-F38A341E8D72}" presName="connectorText" presStyleLbl="sibTrans2D1" presStyleIdx="2" presStyleCnt="6"/>
      <dgm:spPr/>
      <dgm:t>
        <a:bodyPr/>
        <a:lstStyle/>
        <a:p>
          <a:endParaRPr lang="en-US"/>
        </a:p>
      </dgm:t>
    </dgm:pt>
    <dgm:pt modelId="{6BD60E14-9FBA-4BFB-8665-46E83AA6EBC4}" type="pres">
      <dgm:prSet presAssocID="{F123114B-5413-46CE-9EA5-08DCAAD77CE6}" presName="node" presStyleLbl="node1" presStyleIdx="3" presStyleCnt="7">
        <dgm:presLayoutVars>
          <dgm:bulletEnabled val="1"/>
        </dgm:presLayoutVars>
      </dgm:prSet>
      <dgm:spPr/>
      <dgm:t>
        <a:bodyPr/>
        <a:lstStyle/>
        <a:p>
          <a:endParaRPr lang="en-US"/>
        </a:p>
      </dgm:t>
    </dgm:pt>
    <dgm:pt modelId="{5337444F-8563-47DF-832B-16CF8DA74CF5}" type="pres">
      <dgm:prSet presAssocID="{9D05EA56-B5C1-4F6E-AD1D-B15A65F1EB6E}" presName="sibTrans" presStyleLbl="sibTrans2D1" presStyleIdx="3" presStyleCnt="6"/>
      <dgm:spPr/>
      <dgm:t>
        <a:bodyPr/>
        <a:lstStyle/>
        <a:p>
          <a:endParaRPr lang="en-US"/>
        </a:p>
      </dgm:t>
    </dgm:pt>
    <dgm:pt modelId="{8D2BAFBE-4114-4B34-84A6-1667DC8D7100}" type="pres">
      <dgm:prSet presAssocID="{9D05EA56-B5C1-4F6E-AD1D-B15A65F1EB6E}" presName="connectorText" presStyleLbl="sibTrans2D1" presStyleIdx="3" presStyleCnt="6"/>
      <dgm:spPr/>
      <dgm:t>
        <a:bodyPr/>
        <a:lstStyle/>
        <a:p>
          <a:endParaRPr lang="en-US"/>
        </a:p>
      </dgm:t>
    </dgm:pt>
    <dgm:pt modelId="{E7721648-FA35-48D9-9BF8-AA08A1D38B1C}" type="pres">
      <dgm:prSet presAssocID="{BFC287ED-BE25-44D9-8419-169E40305686}" presName="node" presStyleLbl="node1" presStyleIdx="4" presStyleCnt="7">
        <dgm:presLayoutVars>
          <dgm:bulletEnabled val="1"/>
        </dgm:presLayoutVars>
      </dgm:prSet>
      <dgm:spPr/>
      <dgm:t>
        <a:bodyPr/>
        <a:lstStyle/>
        <a:p>
          <a:endParaRPr lang="en-US"/>
        </a:p>
      </dgm:t>
    </dgm:pt>
    <dgm:pt modelId="{BE60F196-1D16-4FC2-9F28-5694B6EA5FD6}" type="pres">
      <dgm:prSet presAssocID="{E721E235-7410-420F-B1FD-6653B9F0AE42}" presName="sibTrans" presStyleLbl="sibTrans2D1" presStyleIdx="4" presStyleCnt="6"/>
      <dgm:spPr/>
      <dgm:t>
        <a:bodyPr/>
        <a:lstStyle/>
        <a:p>
          <a:endParaRPr lang="en-US"/>
        </a:p>
      </dgm:t>
    </dgm:pt>
    <dgm:pt modelId="{6A3234D7-1825-4797-A3BF-FA62E11F0459}" type="pres">
      <dgm:prSet presAssocID="{E721E235-7410-420F-B1FD-6653B9F0AE42}" presName="connectorText" presStyleLbl="sibTrans2D1" presStyleIdx="4" presStyleCnt="6"/>
      <dgm:spPr/>
      <dgm:t>
        <a:bodyPr/>
        <a:lstStyle/>
        <a:p>
          <a:endParaRPr lang="en-US"/>
        </a:p>
      </dgm:t>
    </dgm:pt>
    <dgm:pt modelId="{6D3B8BAF-A746-4858-98BF-EEB0B94BAF2A}" type="pres">
      <dgm:prSet presAssocID="{3C405B54-726A-4EA8-B9A9-BCB7FFB2CF6F}" presName="node" presStyleLbl="node1" presStyleIdx="5" presStyleCnt="7">
        <dgm:presLayoutVars>
          <dgm:bulletEnabled val="1"/>
        </dgm:presLayoutVars>
      </dgm:prSet>
      <dgm:spPr/>
      <dgm:t>
        <a:bodyPr/>
        <a:lstStyle/>
        <a:p>
          <a:endParaRPr lang="en-US"/>
        </a:p>
      </dgm:t>
    </dgm:pt>
    <dgm:pt modelId="{0667BC35-009A-4BAE-B2AA-6CBE857EC448}" type="pres">
      <dgm:prSet presAssocID="{CFA474A8-A780-402D-BA2C-9D056DAA2B7C}" presName="sibTrans" presStyleLbl="sibTrans2D1" presStyleIdx="5" presStyleCnt="6"/>
      <dgm:spPr/>
      <dgm:t>
        <a:bodyPr/>
        <a:lstStyle/>
        <a:p>
          <a:endParaRPr lang="en-US"/>
        </a:p>
      </dgm:t>
    </dgm:pt>
    <dgm:pt modelId="{E457A989-3D7C-4386-B4B8-8A11E7B618B5}" type="pres">
      <dgm:prSet presAssocID="{CFA474A8-A780-402D-BA2C-9D056DAA2B7C}" presName="connectorText" presStyleLbl="sibTrans2D1" presStyleIdx="5" presStyleCnt="6"/>
      <dgm:spPr/>
      <dgm:t>
        <a:bodyPr/>
        <a:lstStyle/>
        <a:p>
          <a:endParaRPr lang="en-US"/>
        </a:p>
      </dgm:t>
    </dgm:pt>
    <dgm:pt modelId="{C57F4524-D922-4641-A708-3A565BEA892E}" type="pres">
      <dgm:prSet presAssocID="{A0589D81-9094-4CC3-ACB7-7B405647B17F}" presName="node" presStyleLbl="node1" presStyleIdx="6" presStyleCnt="7">
        <dgm:presLayoutVars>
          <dgm:bulletEnabled val="1"/>
        </dgm:presLayoutVars>
      </dgm:prSet>
      <dgm:spPr/>
      <dgm:t>
        <a:bodyPr/>
        <a:lstStyle/>
        <a:p>
          <a:endParaRPr lang="en-US"/>
        </a:p>
      </dgm:t>
    </dgm:pt>
  </dgm:ptLst>
  <dgm:cxnLst>
    <dgm:cxn modelId="{A47DAB0D-9BA4-40A5-AF34-D9DA97F3F910}" type="presOf" srcId="{7914DA75-51DE-49FC-91F7-36DD6820372D}" destId="{D7883F2F-C5A7-4D5F-80B0-D8464E993D46}" srcOrd="0" destOrd="0" presId="urn:microsoft.com/office/officeart/2005/8/layout/process1"/>
    <dgm:cxn modelId="{1E7967D5-438D-41CD-87E7-68C5EEDF36FA}" type="presOf" srcId="{3981DBB0-6D4F-4BF7-870E-294D0AB1AEC5}" destId="{795B99E7-84D0-4973-8CE3-68B46B3576F1}" srcOrd="0" destOrd="0" presId="urn:microsoft.com/office/officeart/2005/8/layout/process1"/>
    <dgm:cxn modelId="{B1238DFE-5E48-4F4E-AF08-D311AE1398C6}" type="presOf" srcId="{3981DBB0-6D4F-4BF7-870E-294D0AB1AEC5}" destId="{43D7F187-8763-4252-8782-299CCD68C414}" srcOrd="1" destOrd="0" presId="urn:microsoft.com/office/officeart/2005/8/layout/process1"/>
    <dgm:cxn modelId="{9779A416-173D-4A18-A708-97F732A1922A}" srcId="{7914DA75-51DE-49FC-91F7-36DD6820372D}" destId="{BFC287ED-BE25-44D9-8419-169E40305686}" srcOrd="4" destOrd="0" parTransId="{9556835F-FF38-4DBC-A04C-96789B47FE6D}" sibTransId="{E721E235-7410-420F-B1FD-6653B9F0AE42}"/>
    <dgm:cxn modelId="{0DA3741B-C86E-4482-81DB-F5C36C1469F9}" type="presOf" srcId="{9D05EA56-B5C1-4F6E-AD1D-B15A65F1EB6E}" destId="{5337444F-8563-47DF-832B-16CF8DA74CF5}" srcOrd="0" destOrd="0" presId="urn:microsoft.com/office/officeart/2005/8/layout/process1"/>
    <dgm:cxn modelId="{7CD9C63C-7E52-47CB-A4D2-0801B425E9C9}" type="presOf" srcId="{CFA474A8-A780-402D-BA2C-9D056DAA2B7C}" destId="{0667BC35-009A-4BAE-B2AA-6CBE857EC448}" srcOrd="0" destOrd="0" presId="urn:microsoft.com/office/officeart/2005/8/layout/process1"/>
    <dgm:cxn modelId="{B62D0CAB-FB4B-4959-B608-ABB358503B3E}" type="presOf" srcId="{F123114B-5413-46CE-9EA5-08DCAAD77CE6}" destId="{6BD60E14-9FBA-4BFB-8665-46E83AA6EBC4}" srcOrd="0" destOrd="0" presId="urn:microsoft.com/office/officeart/2005/8/layout/process1"/>
    <dgm:cxn modelId="{51118CB9-B05C-404A-B9F7-5A92093311BE}" type="presOf" srcId="{18CE4074-611F-4A1E-B61A-7DFB6BA5C342}" destId="{4C691E13-8244-449F-9701-CE8BFBCC537D}" srcOrd="1" destOrd="0" presId="urn:microsoft.com/office/officeart/2005/8/layout/process1"/>
    <dgm:cxn modelId="{9C7245E9-248B-4A40-90E9-84C43D14525E}" srcId="{7914DA75-51DE-49FC-91F7-36DD6820372D}" destId="{EA476045-128A-4484-A32E-94F675809855}" srcOrd="0" destOrd="0" parTransId="{30339C67-6FA4-4DDE-92DA-24E3AAAF03E2}" sibTransId="{18CE4074-611F-4A1E-B61A-7DFB6BA5C342}"/>
    <dgm:cxn modelId="{9CFC5CB7-969D-4C33-9C99-19C213508C71}" srcId="{7914DA75-51DE-49FC-91F7-36DD6820372D}" destId="{A0589D81-9094-4CC3-ACB7-7B405647B17F}" srcOrd="6" destOrd="0" parTransId="{931FDD34-3442-4CD5-9A7D-65529BC046F7}" sibTransId="{A1DBB946-6300-44AD-B3A8-B1BC99FAE7D0}"/>
    <dgm:cxn modelId="{1B77ED80-0583-42F4-BCB2-53F028C64DAC}" srcId="{7914DA75-51DE-49FC-91F7-36DD6820372D}" destId="{3C405B54-726A-4EA8-B9A9-BCB7FFB2CF6F}" srcOrd="5" destOrd="0" parTransId="{A1E1DF63-0AD6-41CB-A912-ECD9D38E723F}" sibTransId="{CFA474A8-A780-402D-BA2C-9D056DAA2B7C}"/>
    <dgm:cxn modelId="{9ADAD6C7-1FC7-492B-9E58-5BE9F186B5BC}" type="presOf" srcId="{CFA474A8-A780-402D-BA2C-9D056DAA2B7C}" destId="{E457A989-3D7C-4386-B4B8-8A11E7B618B5}" srcOrd="1" destOrd="0" presId="urn:microsoft.com/office/officeart/2005/8/layout/process1"/>
    <dgm:cxn modelId="{EC167305-6F74-4483-8B7D-233FBD9A37CE}" type="presOf" srcId="{D990918A-7FAD-4D5C-A21F-7CA6C018DB3D}" destId="{E0088916-2F3F-4B3E-A882-E8DA078EE523}" srcOrd="0" destOrd="0" presId="urn:microsoft.com/office/officeart/2005/8/layout/process1"/>
    <dgm:cxn modelId="{D369C3B5-B1E1-4B25-B331-40B2DD9D319F}" srcId="{7914DA75-51DE-49FC-91F7-36DD6820372D}" destId="{1E93106F-BF20-4EF3-88C7-F9FBA9724D7C}" srcOrd="2" destOrd="0" parTransId="{5DD03291-17E7-41CB-9A99-000CF5F627B6}" sibTransId="{E2E6BFFD-0142-49D5-AF8F-F38A341E8D72}"/>
    <dgm:cxn modelId="{EF0BBB28-0C38-4FD8-BA8A-6EFEA3F7C65A}" type="presOf" srcId="{1E93106F-BF20-4EF3-88C7-F9FBA9724D7C}" destId="{C2FF4AF8-651B-45B0-A372-89EB07E85B11}" srcOrd="0" destOrd="0" presId="urn:microsoft.com/office/officeart/2005/8/layout/process1"/>
    <dgm:cxn modelId="{10DE4E3D-22FA-4F9D-BCF1-E1B75A1D7F03}" srcId="{7914DA75-51DE-49FC-91F7-36DD6820372D}" destId="{F123114B-5413-46CE-9EA5-08DCAAD77CE6}" srcOrd="3" destOrd="0" parTransId="{ADAA75F7-F5E4-4126-B8A7-7E466FDB6D48}" sibTransId="{9D05EA56-B5C1-4F6E-AD1D-B15A65F1EB6E}"/>
    <dgm:cxn modelId="{1DA59B92-BB0F-4779-B1AB-EA298D95F677}" type="presOf" srcId="{E2E6BFFD-0142-49D5-AF8F-F38A341E8D72}" destId="{2D6F2DFD-E9BD-448F-8370-CA80FF618868}" srcOrd="1" destOrd="0" presId="urn:microsoft.com/office/officeart/2005/8/layout/process1"/>
    <dgm:cxn modelId="{EF9017F1-389A-43B1-A2AC-20049679852C}" type="presOf" srcId="{E721E235-7410-420F-B1FD-6653B9F0AE42}" destId="{BE60F196-1D16-4FC2-9F28-5694B6EA5FD6}" srcOrd="0" destOrd="0" presId="urn:microsoft.com/office/officeart/2005/8/layout/process1"/>
    <dgm:cxn modelId="{9F069369-1777-41A3-8D5F-DC230FE82B3D}" srcId="{7914DA75-51DE-49FC-91F7-36DD6820372D}" destId="{D990918A-7FAD-4D5C-A21F-7CA6C018DB3D}" srcOrd="1" destOrd="0" parTransId="{8A654C7F-B04F-406E-AF55-E9FFA7BBC670}" sibTransId="{3981DBB0-6D4F-4BF7-870E-294D0AB1AEC5}"/>
    <dgm:cxn modelId="{DFE05A71-B52B-4D1F-9C81-16BAB278F204}" type="presOf" srcId="{E721E235-7410-420F-B1FD-6653B9F0AE42}" destId="{6A3234D7-1825-4797-A3BF-FA62E11F0459}" srcOrd="1" destOrd="0" presId="urn:microsoft.com/office/officeart/2005/8/layout/process1"/>
    <dgm:cxn modelId="{403080D1-0490-4B09-936E-57244EE1C0C8}" type="presOf" srcId="{EA476045-128A-4484-A32E-94F675809855}" destId="{72C72822-A029-4A46-8A3D-6C21CB81C53D}" srcOrd="0" destOrd="0" presId="urn:microsoft.com/office/officeart/2005/8/layout/process1"/>
    <dgm:cxn modelId="{53E1B03E-6F62-44FF-914B-5B844589AD5D}" type="presOf" srcId="{3C405B54-726A-4EA8-B9A9-BCB7FFB2CF6F}" destId="{6D3B8BAF-A746-4858-98BF-EEB0B94BAF2A}" srcOrd="0" destOrd="0" presId="urn:microsoft.com/office/officeart/2005/8/layout/process1"/>
    <dgm:cxn modelId="{E7FE6937-2757-4C1B-91F2-B048CCE2C1ED}" type="presOf" srcId="{E2E6BFFD-0142-49D5-AF8F-F38A341E8D72}" destId="{01F56B9D-9688-49BE-ACAB-6EC6830C4CFB}" srcOrd="0" destOrd="0" presId="urn:microsoft.com/office/officeart/2005/8/layout/process1"/>
    <dgm:cxn modelId="{6B54688A-3CAC-4DF4-A49C-D6F82C8773C4}" type="presOf" srcId="{A0589D81-9094-4CC3-ACB7-7B405647B17F}" destId="{C57F4524-D922-4641-A708-3A565BEA892E}" srcOrd="0" destOrd="0" presId="urn:microsoft.com/office/officeart/2005/8/layout/process1"/>
    <dgm:cxn modelId="{80F089A0-479D-454C-8B54-340E60DD3198}" type="presOf" srcId="{18CE4074-611F-4A1E-B61A-7DFB6BA5C342}" destId="{402C3B02-591B-477B-B71D-A7CE31710F39}" srcOrd="0" destOrd="0" presId="urn:microsoft.com/office/officeart/2005/8/layout/process1"/>
    <dgm:cxn modelId="{0DEC0252-E17F-48E5-8899-621E169A5F2A}" type="presOf" srcId="{9D05EA56-B5C1-4F6E-AD1D-B15A65F1EB6E}" destId="{8D2BAFBE-4114-4B34-84A6-1667DC8D7100}" srcOrd="1" destOrd="0" presId="urn:microsoft.com/office/officeart/2005/8/layout/process1"/>
    <dgm:cxn modelId="{FE22E752-0FAA-4F5C-BA94-02580C364D43}" type="presOf" srcId="{BFC287ED-BE25-44D9-8419-169E40305686}" destId="{E7721648-FA35-48D9-9BF8-AA08A1D38B1C}" srcOrd="0" destOrd="0" presId="urn:microsoft.com/office/officeart/2005/8/layout/process1"/>
    <dgm:cxn modelId="{5B90BE5A-AE6E-4C2A-91D9-48F85270751B}" type="presParOf" srcId="{D7883F2F-C5A7-4D5F-80B0-D8464E993D46}" destId="{72C72822-A029-4A46-8A3D-6C21CB81C53D}" srcOrd="0" destOrd="0" presId="urn:microsoft.com/office/officeart/2005/8/layout/process1"/>
    <dgm:cxn modelId="{E0AF4676-9257-493C-A4D9-39247A4C95AD}" type="presParOf" srcId="{D7883F2F-C5A7-4D5F-80B0-D8464E993D46}" destId="{402C3B02-591B-477B-B71D-A7CE31710F39}" srcOrd="1" destOrd="0" presId="urn:microsoft.com/office/officeart/2005/8/layout/process1"/>
    <dgm:cxn modelId="{02D435DC-94C1-40F3-9080-59210BF42E41}" type="presParOf" srcId="{402C3B02-591B-477B-B71D-A7CE31710F39}" destId="{4C691E13-8244-449F-9701-CE8BFBCC537D}" srcOrd="0" destOrd="0" presId="urn:microsoft.com/office/officeart/2005/8/layout/process1"/>
    <dgm:cxn modelId="{CA030AF7-BA67-4058-84E6-5E4538D37C96}" type="presParOf" srcId="{D7883F2F-C5A7-4D5F-80B0-D8464E993D46}" destId="{E0088916-2F3F-4B3E-A882-E8DA078EE523}" srcOrd="2" destOrd="0" presId="urn:microsoft.com/office/officeart/2005/8/layout/process1"/>
    <dgm:cxn modelId="{0BF79C03-B1BD-4D0D-A908-4E3255164C6D}" type="presParOf" srcId="{D7883F2F-C5A7-4D5F-80B0-D8464E993D46}" destId="{795B99E7-84D0-4973-8CE3-68B46B3576F1}" srcOrd="3" destOrd="0" presId="urn:microsoft.com/office/officeart/2005/8/layout/process1"/>
    <dgm:cxn modelId="{E8044BF4-AC40-43A9-84C3-C83930AD86ED}" type="presParOf" srcId="{795B99E7-84D0-4973-8CE3-68B46B3576F1}" destId="{43D7F187-8763-4252-8782-299CCD68C414}" srcOrd="0" destOrd="0" presId="urn:microsoft.com/office/officeart/2005/8/layout/process1"/>
    <dgm:cxn modelId="{56FDD64D-ADFD-4B16-A818-77CF861E46D1}" type="presParOf" srcId="{D7883F2F-C5A7-4D5F-80B0-D8464E993D46}" destId="{C2FF4AF8-651B-45B0-A372-89EB07E85B11}" srcOrd="4" destOrd="0" presId="urn:microsoft.com/office/officeart/2005/8/layout/process1"/>
    <dgm:cxn modelId="{B69D179F-0C96-41C2-AF48-7C20EB8F80ED}" type="presParOf" srcId="{D7883F2F-C5A7-4D5F-80B0-D8464E993D46}" destId="{01F56B9D-9688-49BE-ACAB-6EC6830C4CFB}" srcOrd="5" destOrd="0" presId="urn:microsoft.com/office/officeart/2005/8/layout/process1"/>
    <dgm:cxn modelId="{B0FE8E26-A304-4C25-8AA7-389F6F3944F6}" type="presParOf" srcId="{01F56B9D-9688-49BE-ACAB-6EC6830C4CFB}" destId="{2D6F2DFD-E9BD-448F-8370-CA80FF618868}" srcOrd="0" destOrd="0" presId="urn:microsoft.com/office/officeart/2005/8/layout/process1"/>
    <dgm:cxn modelId="{1E60EABF-162E-4078-9823-E99B667ED1F2}" type="presParOf" srcId="{D7883F2F-C5A7-4D5F-80B0-D8464E993D46}" destId="{6BD60E14-9FBA-4BFB-8665-46E83AA6EBC4}" srcOrd="6" destOrd="0" presId="urn:microsoft.com/office/officeart/2005/8/layout/process1"/>
    <dgm:cxn modelId="{FDD78E07-2574-4C60-B342-F7D43407297C}" type="presParOf" srcId="{D7883F2F-C5A7-4D5F-80B0-D8464E993D46}" destId="{5337444F-8563-47DF-832B-16CF8DA74CF5}" srcOrd="7" destOrd="0" presId="urn:microsoft.com/office/officeart/2005/8/layout/process1"/>
    <dgm:cxn modelId="{7AD1DA16-1F2E-480B-A615-B9C2C99FAF3A}" type="presParOf" srcId="{5337444F-8563-47DF-832B-16CF8DA74CF5}" destId="{8D2BAFBE-4114-4B34-84A6-1667DC8D7100}" srcOrd="0" destOrd="0" presId="urn:microsoft.com/office/officeart/2005/8/layout/process1"/>
    <dgm:cxn modelId="{1947AA14-0024-4E61-AE86-F065557D25C7}" type="presParOf" srcId="{D7883F2F-C5A7-4D5F-80B0-D8464E993D46}" destId="{E7721648-FA35-48D9-9BF8-AA08A1D38B1C}" srcOrd="8" destOrd="0" presId="urn:microsoft.com/office/officeart/2005/8/layout/process1"/>
    <dgm:cxn modelId="{FACE5CCA-2CD1-4F91-8D83-C252722F90AA}" type="presParOf" srcId="{D7883F2F-C5A7-4D5F-80B0-D8464E993D46}" destId="{BE60F196-1D16-4FC2-9F28-5694B6EA5FD6}" srcOrd="9" destOrd="0" presId="urn:microsoft.com/office/officeart/2005/8/layout/process1"/>
    <dgm:cxn modelId="{356933B9-9A6A-4CFB-A0E9-32296E7A134B}" type="presParOf" srcId="{BE60F196-1D16-4FC2-9F28-5694B6EA5FD6}" destId="{6A3234D7-1825-4797-A3BF-FA62E11F0459}" srcOrd="0" destOrd="0" presId="urn:microsoft.com/office/officeart/2005/8/layout/process1"/>
    <dgm:cxn modelId="{7FE6D50B-4264-4EC6-A3D7-81F598612B51}" type="presParOf" srcId="{D7883F2F-C5A7-4D5F-80B0-D8464E993D46}" destId="{6D3B8BAF-A746-4858-98BF-EEB0B94BAF2A}" srcOrd="10" destOrd="0" presId="urn:microsoft.com/office/officeart/2005/8/layout/process1"/>
    <dgm:cxn modelId="{49E9EF70-6C1D-4442-91E4-A7405AA308A8}" type="presParOf" srcId="{D7883F2F-C5A7-4D5F-80B0-D8464E993D46}" destId="{0667BC35-009A-4BAE-B2AA-6CBE857EC448}" srcOrd="11" destOrd="0" presId="urn:microsoft.com/office/officeart/2005/8/layout/process1"/>
    <dgm:cxn modelId="{BBEDA614-0DA9-435D-8ED1-4BE8CD1F70D2}" type="presParOf" srcId="{0667BC35-009A-4BAE-B2AA-6CBE857EC448}" destId="{E457A989-3D7C-4386-B4B8-8A11E7B618B5}" srcOrd="0" destOrd="0" presId="urn:microsoft.com/office/officeart/2005/8/layout/process1"/>
    <dgm:cxn modelId="{2ADEF58E-172F-4D75-B383-A6A15B540746}" type="presParOf" srcId="{D7883F2F-C5A7-4D5F-80B0-D8464E993D46}" destId="{C57F4524-D922-4641-A708-3A565BEA892E}"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3E50B8-16B7-4CE1-AB16-471F14E204C1}"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BFD0326B-F645-444D-94BE-C3C67378AA5D}">
      <dgm:prSet phldrT="[Text]" custT="1"/>
      <dgm:spPr/>
      <dgm:t>
        <a:bodyPr/>
        <a:lstStyle/>
        <a:p>
          <a:r>
            <a:rPr lang="en-US" sz="1600" dirty="0" smtClean="0"/>
            <a:t>Pharma - Specialties</a:t>
          </a:r>
          <a:endParaRPr lang="en-US" sz="1600" dirty="0"/>
        </a:p>
      </dgm:t>
    </dgm:pt>
    <dgm:pt modelId="{36787392-E311-4581-94A4-AAE192E5DB50}" type="parTrans" cxnId="{76DA5800-888F-4884-93F4-882C7B9D4E62}">
      <dgm:prSet/>
      <dgm:spPr/>
      <dgm:t>
        <a:bodyPr/>
        <a:lstStyle/>
        <a:p>
          <a:endParaRPr lang="en-US"/>
        </a:p>
      </dgm:t>
    </dgm:pt>
    <dgm:pt modelId="{59443113-CB44-4A3B-A45D-E1801A15453D}" type="sibTrans" cxnId="{76DA5800-888F-4884-93F4-882C7B9D4E62}">
      <dgm:prSet/>
      <dgm:spPr/>
      <dgm:t>
        <a:bodyPr/>
        <a:lstStyle/>
        <a:p>
          <a:endParaRPr lang="en-US"/>
        </a:p>
      </dgm:t>
    </dgm:pt>
    <dgm:pt modelId="{B4F580C0-464D-4E57-8E24-2E1BDAA7054A}">
      <dgm:prSet phldrT="[Text]" custT="1"/>
      <dgm:spPr/>
      <dgm:t>
        <a:bodyPr/>
        <a:lstStyle/>
        <a:p>
          <a:pPr rtl="0"/>
          <a:r>
            <a:rPr lang="en-US" sz="1400" u="none" strike="noStrike" dirty="0" smtClean="0">
              <a:effectLst/>
            </a:rPr>
            <a:t>Practice &amp; Advance Practice Analytics</a:t>
          </a:r>
          <a:endParaRPr lang="en-US" sz="1400" dirty="0"/>
        </a:p>
      </dgm:t>
    </dgm:pt>
    <dgm:pt modelId="{713BA201-6CE9-4961-9024-E88E03A53F41}" type="parTrans" cxnId="{1287B59C-F313-4ACC-8A4D-48129DB60903}">
      <dgm:prSet/>
      <dgm:spPr/>
      <dgm:t>
        <a:bodyPr/>
        <a:lstStyle/>
        <a:p>
          <a:endParaRPr lang="en-US"/>
        </a:p>
      </dgm:t>
    </dgm:pt>
    <dgm:pt modelId="{19EEDD70-BCE6-4D8D-A1E1-8AFCB7F5F48E}" type="sibTrans" cxnId="{1287B59C-F313-4ACC-8A4D-48129DB60903}">
      <dgm:prSet/>
      <dgm:spPr/>
      <dgm:t>
        <a:bodyPr/>
        <a:lstStyle/>
        <a:p>
          <a:endParaRPr lang="en-US"/>
        </a:p>
      </dgm:t>
    </dgm:pt>
    <dgm:pt modelId="{6D3F5A8A-CF1B-4943-9E49-E40294EAEAEB}">
      <dgm:prSet phldrT="[Text]" custT="1"/>
      <dgm:spPr/>
      <dgm:t>
        <a:bodyPr/>
        <a:lstStyle/>
        <a:p>
          <a:r>
            <a:rPr lang="en-US" sz="1600" dirty="0" smtClean="0"/>
            <a:t>Pharma - Retail</a:t>
          </a:r>
          <a:endParaRPr lang="en-US" sz="1600" dirty="0"/>
        </a:p>
      </dgm:t>
    </dgm:pt>
    <dgm:pt modelId="{0B96BDDB-1BA0-49B8-8D9D-2584B5E1069F}" type="parTrans" cxnId="{4D79F371-5DB0-4D51-BB69-B77AC2CC5EA1}">
      <dgm:prSet/>
      <dgm:spPr/>
      <dgm:t>
        <a:bodyPr/>
        <a:lstStyle/>
        <a:p>
          <a:endParaRPr lang="en-US"/>
        </a:p>
      </dgm:t>
    </dgm:pt>
    <dgm:pt modelId="{5B83BC96-F36C-4DE5-8AB1-6E06484EAEDC}" type="sibTrans" cxnId="{4D79F371-5DB0-4D51-BB69-B77AC2CC5EA1}">
      <dgm:prSet/>
      <dgm:spPr/>
      <dgm:t>
        <a:bodyPr/>
        <a:lstStyle/>
        <a:p>
          <a:endParaRPr lang="en-US"/>
        </a:p>
      </dgm:t>
    </dgm:pt>
    <dgm:pt modelId="{D61BE410-EA83-491E-B709-4EC5AB63DB95}">
      <dgm:prSet phldrT="[Text]" custT="1"/>
      <dgm:spPr/>
      <dgm:t>
        <a:bodyPr/>
        <a:lstStyle/>
        <a:p>
          <a:pPr rtl="0"/>
          <a:r>
            <a:rPr lang="en-US" sz="1400" u="none" strike="noStrike" dirty="0" smtClean="0">
              <a:effectLst/>
            </a:rPr>
            <a:t>Managed Care - Continuous Improvement</a:t>
          </a:r>
          <a:endParaRPr lang="en-US" sz="1400" dirty="0"/>
        </a:p>
      </dgm:t>
    </dgm:pt>
    <dgm:pt modelId="{9E81FAC5-12F6-40BE-83C9-A661CD6BD5B8}" type="parTrans" cxnId="{72FFFBAD-539D-450D-8A39-EB01576E1740}">
      <dgm:prSet/>
      <dgm:spPr/>
      <dgm:t>
        <a:bodyPr/>
        <a:lstStyle/>
        <a:p>
          <a:endParaRPr lang="en-US"/>
        </a:p>
      </dgm:t>
    </dgm:pt>
    <dgm:pt modelId="{D4A07DF1-63E6-4F6B-AB8F-C8EB62245B41}" type="sibTrans" cxnId="{72FFFBAD-539D-450D-8A39-EB01576E1740}">
      <dgm:prSet/>
      <dgm:spPr/>
      <dgm:t>
        <a:bodyPr/>
        <a:lstStyle/>
        <a:p>
          <a:endParaRPr lang="en-US"/>
        </a:p>
      </dgm:t>
    </dgm:pt>
    <dgm:pt modelId="{ED8A5335-2BC5-4021-990C-D0918ECEA3A9}">
      <dgm:prSet phldrT="[Text]" custT="1"/>
      <dgm:spPr/>
      <dgm:t>
        <a:bodyPr/>
        <a:lstStyle/>
        <a:p>
          <a:r>
            <a:rPr lang="en-US" sz="1600" dirty="0" smtClean="0"/>
            <a:t>Medical</a:t>
          </a:r>
          <a:endParaRPr lang="en-US" sz="1600" dirty="0"/>
        </a:p>
      </dgm:t>
    </dgm:pt>
    <dgm:pt modelId="{C54BAB8A-25AF-4B3D-B562-68E63FDF0F3B}" type="parTrans" cxnId="{73035CD4-6DA9-49EF-9EEF-43604F82334B}">
      <dgm:prSet/>
      <dgm:spPr/>
      <dgm:t>
        <a:bodyPr/>
        <a:lstStyle/>
        <a:p>
          <a:endParaRPr lang="en-US"/>
        </a:p>
      </dgm:t>
    </dgm:pt>
    <dgm:pt modelId="{66EA0D5F-DA80-450E-B5F7-CAD72191A7AF}" type="sibTrans" cxnId="{73035CD4-6DA9-49EF-9EEF-43604F82334B}">
      <dgm:prSet/>
      <dgm:spPr/>
      <dgm:t>
        <a:bodyPr/>
        <a:lstStyle/>
        <a:p>
          <a:endParaRPr lang="en-US"/>
        </a:p>
      </dgm:t>
    </dgm:pt>
    <dgm:pt modelId="{65B41922-F098-4790-BFAF-F7EC1BEDC1A6}">
      <dgm:prSet phldrT="[Text]" custT="1"/>
      <dgm:spPr/>
      <dgm:t>
        <a:bodyPr/>
        <a:lstStyle/>
        <a:p>
          <a:r>
            <a:rPr lang="en-US" sz="1400" dirty="0" err="1" smtClean="0"/>
            <a:t>Optifreight</a:t>
          </a:r>
          <a:endParaRPr lang="en-US" sz="1400" dirty="0"/>
        </a:p>
      </dgm:t>
    </dgm:pt>
    <dgm:pt modelId="{D8AB4F69-B16F-4AEC-BEEA-2FA8660F9AA0}" type="parTrans" cxnId="{CC1C86D5-C1FA-4B00-AA26-00C7EB24813E}">
      <dgm:prSet/>
      <dgm:spPr/>
      <dgm:t>
        <a:bodyPr/>
        <a:lstStyle/>
        <a:p>
          <a:endParaRPr lang="en-US"/>
        </a:p>
      </dgm:t>
    </dgm:pt>
    <dgm:pt modelId="{C4E49172-CFE1-4D30-98A4-049E6D46BF26}" type="sibTrans" cxnId="{CC1C86D5-C1FA-4B00-AA26-00C7EB24813E}">
      <dgm:prSet/>
      <dgm:spPr/>
      <dgm:t>
        <a:bodyPr/>
        <a:lstStyle/>
        <a:p>
          <a:endParaRPr lang="en-US"/>
        </a:p>
      </dgm:t>
    </dgm:pt>
    <dgm:pt modelId="{25B45ADE-F118-494A-9970-622BA5298750}" type="pres">
      <dgm:prSet presAssocID="{AC3E50B8-16B7-4CE1-AB16-471F14E204C1}" presName="Name0" presStyleCnt="0">
        <dgm:presLayoutVars>
          <dgm:chMax val="5"/>
          <dgm:chPref val="5"/>
          <dgm:dir/>
          <dgm:animLvl val="lvl"/>
        </dgm:presLayoutVars>
      </dgm:prSet>
      <dgm:spPr/>
      <dgm:t>
        <a:bodyPr/>
        <a:lstStyle/>
        <a:p>
          <a:endParaRPr lang="en-US"/>
        </a:p>
      </dgm:t>
    </dgm:pt>
    <dgm:pt modelId="{C8A6484F-D7D7-4C04-BAA8-2831942C94ED}" type="pres">
      <dgm:prSet presAssocID="{BFD0326B-F645-444D-94BE-C3C67378AA5D}" presName="parentText1" presStyleLbl="node1" presStyleIdx="0" presStyleCnt="3" custLinFactNeighborX="-81216" custLinFactNeighborY="-6156">
        <dgm:presLayoutVars>
          <dgm:chMax/>
          <dgm:chPref val="3"/>
          <dgm:bulletEnabled val="1"/>
        </dgm:presLayoutVars>
      </dgm:prSet>
      <dgm:spPr/>
      <dgm:t>
        <a:bodyPr/>
        <a:lstStyle/>
        <a:p>
          <a:endParaRPr lang="en-US"/>
        </a:p>
      </dgm:t>
    </dgm:pt>
    <dgm:pt modelId="{0F2EBD19-14B9-467E-A630-507A590BE98D}" type="pres">
      <dgm:prSet presAssocID="{BFD0326B-F645-444D-94BE-C3C67378AA5D}" presName="childText1" presStyleLbl="solidAlignAcc1" presStyleIdx="0" presStyleCnt="3" custScaleX="297229" custScaleY="112621" custLinFactX="-63613" custLinFactNeighborX="-100000" custLinFactNeighborY="5806">
        <dgm:presLayoutVars>
          <dgm:chMax val="0"/>
          <dgm:chPref val="0"/>
          <dgm:bulletEnabled val="1"/>
        </dgm:presLayoutVars>
      </dgm:prSet>
      <dgm:spPr/>
      <dgm:t>
        <a:bodyPr/>
        <a:lstStyle/>
        <a:p>
          <a:endParaRPr lang="en-US"/>
        </a:p>
      </dgm:t>
    </dgm:pt>
    <dgm:pt modelId="{ECC9F694-D9A6-4F52-969B-A911E2C72756}" type="pres">
      <dgm:prSet presAssocID="{6D3F5A8A-CF1B-4943-9E49-E40294EAEAEB}" presName="parentText2" presStyleLbl="node1" presStyleIdx="1" presStyleCnt="3" custScaleX="160848" custLinFactNeighborX="5343" custLinFactNeighborY="20637">
        <dgm:presLayoutVars>
          <dgm:chMax/>
          <dgm:chPref val="3"/>
          <dgm:bulletEnabled val="1"/>
        </dgm:presLayoutVars>
      </dgm:prSet>
      <dgm:spPr/>
      <dgm:t>
        <a:bodyPr/>
        <a:lstStyle/>
        <a:p>
          <a:endParaRPr lang="en-US"/>
        </a:p>
      </dgm:t>
    </dgm:pt>
    <dgm:pt modelId="{09ADF29B-2585-4EF1-B160-23893BB08B2E}" type="pres">
      <dgm:prSet presAssocID="{6D3F5A8A-CF1B-4943-9E49-E40294EAEAEB}" presName="childText2" presStyleLbl="solidAlignAcc1" presStyleIdx="1" presStyleCnt="3" custScaleX="323657" custScaleY="84457" custLinFactNeighborX="60434" custLinFactNeighborY="4531">
        <dgm:presLayoutVars>
          <dgm:chMax val="0"/>
          <dgm:chPref val="0"/>
          <dgm:bulletEnabled val="1"/>
        </dgm:presLayoutVars>
      </dgm:prSet>
      <dgm:spPr/>
      <dgm:t>
        <a:bodyPr/>
        <a:lstStyle/>
        <a:p>
          <a:endParaRPr lang="en-US"/>
        </a:p>
      </dgm:t>
    </dgm:pt>
    <dgm:pt modelId="{DABD4D9A-C2E5-43E3-8A96-98718A1672EC}" type="pres">
      <dgm:prSet presAssocID="{ED8A5335-2BC5-4021-990C-D0918ECEA3A9}" presName="parentText3" presStyleLbl="node1" presStyleIdx="2" presStyleCnt="3" custScaleX="217087" custLinFactX="100000" custLinFactNeighborX="104554" custLinFactNeighborY="52251">
        <dgm:presLayoutVars>
          <dgm:chMax/>
          <dgm:chPref val="3"/>
          <dgm:bulletEnabled val="1"/>
        </dgm:presLayoutVars>
      </dgm:prSet>
      <dgm:spPr/>
      <dgm:t>
        <a:bodyPr/>
        <a:lstStyle/>
        <a:p>
          <a:endParaRPr lang="en-US"/>
        </a:p>
      </dgm:t>
    </dgm:pt>
    <dgm:pt modelId="{76DAB546-D15C-4AC6-8AB4-08D2742B355E}" type="pres">
      <dgm:prSet presAssocID="{ED8A5335-2BC5-4021-990C-D0918ECEA3A9}" presName="childText3" presStyleLbl="solidAlignAcc1" presStyleIdx="2" presStyleCnt="3" custFlipHor="1" custScaleX="240184" custScaleY="50324" custLinFactX="100000" custLinFactNeighborX="154851" custLinFactNeighborY="4295">
        <dgm:presLayoutVars>
          <dgm:chMax val="0"/>
          <dgm:chPref val="0"/>
          <dgm:bulletEnabled val="1"/>
        </dgm:presLayoutVars>
      </dgm:prSet>
      <dgm:spPr/>
      <dgm:t>
        <a:bodyPr/>
        <a:lstStyle/>
        <a:p>
          <a:endParaRPr lang="en-US"/>
        </a:p>
      </dgm:t>
    </dgm:pt>
  </dgm:ptLst>
  <dgm:cxnLst>
    <dgm:cxn modelId="{E4AB6611-9FA0-4EA4-AC95-804739E4332A}" type="presOf" srcId="{D61BE410-EA83-491E-B709-4EC5AB63DB95}" destId="{09ADF29B-2585-4EF1-B160-23893BB08B2E}" srcOrd="0" destOrd="0" presId="urn:microsoft.com/office/officeart/2009/3/layout/IncreasingArrowsProcess"/>
    <dgm:cxn modelId="{76DA5800-888F-4884-93F4-882C7B9D4E62}" srcId="{AC3E50B8-16B7-4CE1-AB16-471F14E204C1}" destId="{BFD0326B-F645-444D-94BE-C3C67378AA5D}" srcOrd="0" destOrd="0" parTransId="{36787392-E311-4581-94A4-AAE192E5DB50}" sibTransId="{59443113-CB44-4A3B-A45D-E1801A15453D}"/>
    <dgm:cxn modelId="{4D79F371-5DB0-4D51-BB69-B77AC2CC5EA1}" srcId="{AC3E50B8-16B7-4CE1-AB16-471F14E204C1}" destId="{6D3F5A8A-CF1B-4943-9E49-E40294EAEAEB}" srcOrd="1" destOrd="0" parTransId="{0B96BDDB-1BA0-49B8-8D9D-2584B5E1069F}" sibTransId="{5B83BC96-F36C-4DE5-8AB1-6E06484EAEDC}"/>
    <dgm:cxn modelId="{9137FE82-54E0-49B3-847A-40C45EFE2DC7}" type="presOf" srcId="{ED8A5335-2BC5-4021-990C-D0918ECEA3A9}" destId="{DABD4D9A-C2E5-43E3-8A96-98718A1672EC}" srcOrd="0" destOrd="0" presId="urn:microsoft.com/office/officeart/2009/3/layout/IncreasingArrowsProcess"/>
    <dgm:cxn modelId="{CC1C86D5-C1FA-4B00-AA26-00C7EB24813E}" srcId="{ED8A5335-2BC5-4021-990C-D0918ECEA3A9}" destId="{65B41922-F098-4790-BFAF-F7EC1BEDC1A6}" srcOrd="0" destOrd="0" parTransId="{D8AB4F69-B16F-4AEC-BEEA-2FA8660F9AA0}" sibTransId="{C4E49172-CFE1-4D30-98A4-049E6D46BF26}"/>
    <dgm:cxn modelId="{0BDDD522-3358-4C42-91A4-78F55695E59F}" type="presOf" srcId="{BFD0326B-F645-444D-94BE-C3C67378AA5D}" destId="{C8A6484F-D7D7-4C04-BAA8-2831942C94ED}" srcOrd="0" destOrd="0" presId="urn:microsoft.com/office/officeart/2009/3/layout/IncreasingArrowsProcess"/>
    <dgm:cxn modelId="{1287B59C-F313-4ACC-8A4D-48129DB60903}" srcId="{BFD0326B-F645-444D-94BE-C3C67378AA5D}" destId="{B4F580C0-464D-4E57-8E24-2E1BDAA7054A}" srcOrd="0" destOrd="0" parTransId="{713BA201-6CE9-4961-9024-E88E03A53F41}" sibTransId="{19EEDD70-BCE6-4D8D-A1E1-8AFCB7F5F48E}"/>
    <dgm:cxn modelId="{8FCFB408-79E8-48A3-A919-21353510EF80}" type="presOf" srcId="{6D3F5A8A-CF1B-4943-9E49-E40294EAEAEB}" destId="{ECC9F694-D9A6-4F52-969B-A911E2C72756}" srcOrd="0" destOrd="0" presId="urn:microsoft.com/office/officeart/2009/3/layout/IncreasingArrowsProcess"/>
    <dgm:cxn modelId="{2EE7C926-1948-459E-9A4A-557F111BE47B}" type="presOf" srcId="{AC3E50B8-16B7-4CE1-AB16-471F14E204C1}" destId="{25B45ADE-F118-494A-9970-622BA5298750}" srcOrd="0" destOrd="0" presId="urn:microsoft.com/office/officeart/2009/3/layout/IncreasingArrowsProcess"/>
    <dgm:cxn modelId="{73035CD4-6DA9-49EF-9EEF-43604F82334B}" srcId="{AC3E50B8-16B7-4CE1-AB16-471F14E204C1}" destId="{ED8A5335-2BC5-4021-990C-D0918ECEA3A9}" srcOrd="2" destOrd="0" parTransId="{C54BAB8A-25AF-4B3D-B562-68E63FDF0F3B}" sibTransId="{66EA0D5F-DA80-450E-B5F7-CAD72191A7AF}"/>
    <dgm:cxn modelId="{EFAACED8-5670-4ADE-8206-BD3A537C13B7}" type="presOf" srcId="{B4F580C0-464D-4E57-8E24-2E1BDAA7054A}" destId="{0F2EBD19-14B9-467E-A630-507A590BE98D}" srcOrd="0" destOrd="0" presId="urn:microsoft.com/office/officeart/2009/3/layout/IncreasingArrowsProcess"/>
    <dgm:cxn modelId="{82068C53-B0D1-4465-90D2-D11038C5A7A3}" type="presOf" srcId="{65B41922-F098-4790-BFAF-F7EC1BEDC1A6}" destId="{76DAB546-D15C-4AC6-8AB4-08D2742B355E}" srcOrd="0" destOrd="0" presId="urn:microsoft.com/office/officeart/2009/3/layout/IncreasingArrowsProcess"/>
    <dgm:cxn modelId="{72FFFBAD-539D-450D-8A39-EB01576E1740}" srcId="{6D3F5A8A-CF1B-4943-9E49-E40294EAEAEB}" destId="{D61BE410-EA83-491E-B709-4EC5AB63DB95}" srcOrd="0" destOrd="0" parTransId="{9E81FAC5-12F6-40BE-83C9-A661CD6BD5B8}" sibTransId="{D4A07DF1-63E6-4F6B-AB8F-C8EB62245B41}"/>
    <dgm:cxn modelId="{53312CA4-08C0-4598-B3B3-6DF35D9188EF}" type="presParOf" srcId="{25B45ADE-F118-494A-9970-622BA5298750}" destId="{C8A6484F-D7D7-4C04-BAA8-2831942C94ED}" srcOrd="0" destOrd="0" presId="urn:microsoft.com/office/officeart/2009/3/layout/IncreasingArrowsProcess"/>
    <dgm:cxn modelId="{EF8ED60E-3196-4840-B7AD-A6F656F69528}" type="presParOf" srcId="{25B45ADE-F118-494A-9970-622BA5298750}" destId="{0F2EBD19-14B9-467E-A630-507A590BE98D}" srcOrd="1" destOrd="0" presId="urn:microsoft.com/office/officeart/2009/3/layout/IncreasingArrowsProcess"/>
    <dgm:cxn modelId="{C7F23914-4148-4173-B911-C69E1B7A401B}" type="presParOf" srcId="{25B45ADE-F118-494A-9970-622BA5298750}" destId="{ECC9F694-D9A6-4F52-969B-A911E2C72756}" srcOrd="2" destOrd="0" presId="urn:microsoft.com/office/officeart/2009/3/layout/IncreasingArrowsProcess"/>
    <dgm:cxn modelId="{2A25A32A-322B-41DB-91E3-942379B0FFEC}" type="presParOf" srcId="{25B45ADE-F118-494A-9970-622BA5298750}" destId="{09ADF29B-2585-4EF1-B160-23893BB08B2E}" srcOrd="3" destOrd="0" presId="urn:microsoft.com/office/officeart/2009/3/layout/IncreasingArrowsProcess"/>
    <dgm:cxn modelId="{AD5B2A08-AE62-411D-BDBE-BB8727DB456C}" type="presParOf" srcId="{25B45ADE-F118-494A-9970-622BA5298750}" destId="{DABD4D9A-C2E5-43E3-8A96-98718A1672EC}" srcOrd="4" destOrd="0" presId="urn:microsoft.com/office/officeart/2009/3/layout/IncreasingArrowsProcess"/>
    <dgm:cxn modelId="{FCD4A6D8-DEA7-4540-A1FE-6D3BFBCE7BDD}" type="presParOf" srcId="{25B45ADE-F118-494A-9970-622BA5298750}" destId="{76DAB546-D15C-4AC6-8AB4-08D2742B355E}"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10EBC57-78CC-443D-88AC-62528C913B39}" type="doc">
      <dgm:prSet loTypeId="urn:microsoft.com/office/officeart/2005/8/layout/chevron1" loCatId="process" qsTypeId="urn:microsoft.com/office/officeart/2005/8/quickstyle/simple1" qsCatId="simple" csTypeId="urn:microsoft.com/office/officeart/2005/8/colors/accent1_2" csCatId="accent1" phldr="1"/>
      <dgm:spPr/>
    </dgm:pt>
    <dgm:pt modelId="{740F568A-BED0-4BD4-A478-ADE7A9D1DD72}">
      <dgm:prSet phldrT="[Text]"/>
      <dgm:spPr>
        <a:solidFill>
          <a:schemeClr val="tx2">
            <a:lumMod val="60000"/>
            <a:lumOff val="40000"/>
          </a:schemeClr>
        </a:solidFill>
      </dgm:spPr>
      <dgm:t>
        <a:bodyPr/>
        <a:lstStyle/>
        <a:p>
          <a:r>
            <a:rPr lang="en-US" dirty="0" smtClean="0"/>
            <a:t>JIRA</a:t>
          </a:r>
        </a:p>
        <a:p>
          <a:r>
            <a:rPr lang="en-US" dirty="0" err="1" smtClean="0"/>
            <a:t>Qlikview</a:t>
          </a:r>
          <a:endParaRPr lang="en-US" dirty="0" smtClean="0"/>
        </a:p>
        <a:p>
          <a:r>
            <a:rPr lang="en-US" dirty="0" smtClean="0"/>
            <a:t>Teradata, SQL Server</a:t>
          </a:r>
          <a:endParaRPr lang="en-US" dirty="0"/>
        </a:p>
      </dgm:t>
    </dgm:pt>
    <dgm:pt modelId="{D2070B0F-39CE-44C6-9AFE-64B3BAFA16EC}" type="parTrans" cxnId="{803049C2-499E-44B8-8854-A4C3B9958D0D}">
      <dgm:prSet/>
      <dgm:spPr/>
      <dgm:t>
        <a:bodyPr/>
        <a:lstStyle/>
        <a:p>
          <a:endParaRPr lang="en-US"/>
        </a:p>
      </dgm:t>
    </dgm:pt>
    <dgm:pt modelId="{96D71B45-E6AD-45B6-AC85-BF46878EAA44}" type="sibTrans" cxnId="{803049C2-499E-44B8-8854-A4C3B9958D0D}">
      <dgm:prSet/>
      <dgm:spPr/>
      <dgm:t>
        <a:bodyPr/>
        <a:lstStyle/>
        <a:p>
          <a:endParaRPr lang="en-US"/>
        </a:p>
      </dgm:t>
    </dgm:pt>
    <dgm:pt modelId="{41D41036-CA76-4395-93BF-E814F0C64DBA}">
      <dgm:prSet phldrT="[Text]"/>
      <dgm:spPr>
        <a:solidFill>
          <a:schemeClr val="tx2">
            <a:lumMod val="60000"/>
            <a:lumOff val="40000"/>
          </a:schemeClr>
        </a:solidFill>
      </dgm:spPr>
      <dgm:t>
        <a:bodyPr/>
        <a:lstStyle/>
        <a:p>
          <a:r>
            <a:rPr lang="en-US" dirty="0" smtClean="0"/>
            <a:t>JIRA</a:t>
          </a:r>
        </a:p>
        <a:p>
          <a:r>
            <a:rPr lang="en-US" dirty="0" err="1" smtClean="0"/>
            <a:t>Axure</a:t>
          </a:r>
          <a:endParaRPr lang="en-US" dirty="0" smtClean="0"/>
        </a:p>
        <a:p>
          <a:r>
            <a:rPr lang="en-US" dirty="0" smtClean="0"/>
            <a:t>SQL Server</a:t>
          </a:r>
          <a:endParaRPr lang="en-US" dirty="0"/>
        </a:p>
      </dgm:t>
    </dgm:pt>
    <dgm:pt modelId="{18AC992C-335F-423F-B2E0-44E7CDACC9A9}" type="parTrans" cxnId="{F3821DA7-F5CF-42D2-A6D7-96914E8636B5}">
      <dgm:prSet/>
      <dgm:spPr/>
      <dgm:t>
        <a:bodyPr/>
        <a:lstStyle/>
        <a:p>
          <a:endParaRPr lang="en-US"/>
        </a:p>
      </dgm:t>
    </dgm:pt>
    <dgm:pt modelId="{EE9F6C65-560C-41C1-9498-93B13F4B3A2A}" type="sibTrans" cxnId="{F3821DA7-F5CF-42D2-A6D7-96914E8636B5}">
      <dgm:prSet/>
      <dgm:spPr/>
      <dgm:t>
        <a:bodyPr/>
        <a:lstStyle/>
        <a:p>
          <a:endParaRPr lang="en-US"/>
        </a:p>
      </dgm:t>
    </dgm:pt>
    <dgm:pt modelId="{9A38F6AE-7109-4CE5-A7E9-00C0A00E144B}">
      <dgm:prSet phldrT="[Text]"/>
      <dgm:spPr>
        <a:solidFill>
          <a:schemeClr val="tx2">
            <a:lumMod val="60000"/>
            <a:lumOff val="40000"/>
          </a:schemeClr>
        </a:solidFill>
      </dgm:spPr>
      <dgm:t>
        <a:bodyPr/>
        <a:lstStyle/>
        <a:p>
          <a:r>
            <a:rPr lang="en-US" dirty="0" smtClean="0"/>
            <a:t>JIRA</a:t>
          </a:r>
        </a:p>
        <a:p>
          <a:r>
            <a:rPr lang="en-US" dirty="0" smtClean="0"/>
            <a:t>Oracle</a:t>
          </a:r>
        </a:p>
        <a:p>
          <a:r>
            <a:rPr lang="en-US" dirty="0" smtClean="0"/>
            <a:t>SQL Server</a:t>
          </a:r>
          <a:endParaRPr lang="en-US" dirty="0"/>
        </a:p>
      </dgm:t>
    </dgm:pt>
    <dgm:pt modelId="{1FA56ED6-F30F-49CD-9148-EB988454F9EF}" type="parTrans" cxnId="{1FBC3783-8541-4FDF-AC3D-951D711DE097}">
      <dgm:prSet/>
      <dgm:spPr/>
      <dgm:t>
        <a:bodyPr/>
        <a:lstStyle/>
        <a:p>
          <a:endParaRPr lang="en-US"/>
        </a:p>
      </dgm:t>
    </dgm:pt>
    <dgm:pt modelId="{0FFFFD12-F1AD-4EC8-BFD0-383C803D57FB}" type="sibTrans" cxnId="{1FBC3783-8541-4FDF-AC3D-951D711DE097}">
      <dgm:prSet/>
      <dgm:spPr/>
      <dgm:t>
        <a:bodyPr/>
        <a:lstStyle/>
        <a:p>
          <a:endParaRPr lang="en-US"/>
        </a:p>
      </dgm:t>
    </dgm:pt>
    <dgm:pt modelId="{484C8018-61E4-44C8-B339-33B79F6C00B2}" type="pres">
      <dgm:prSet presAssocID="{610EBC57-78CC-443D-88AC-62528C913B39}" presName="Name0" presStyleCnt="0">
        <dgm:presLayoutVars>
          <dgm:dir/>
          <dgm:animLvl val="lvl"/>
          <dgm:resizeHandles val="exact"/>
        </dgm:presLayoutVars>
      </dgm:prSet>
      <dgm:spPr/>
    </dgm:pt>
    <dgm:pt modelId="{1E81093F-D9EC-449D-BB58-A75F8CE824D3}" type="pres">
      <dgm:prSet presAssocID="{740F568A-BED0-4BD4-A478-ADE7A9D1DD72}" presName="parTxOnly" presStyleLbl="node1" presStyleIdx="0" presStyleCnt="3">
        <dgm:presLayoutVars>
          <dgm:chMax val="0"/>
          <dgm:chPref val="0"/>
          <dgm:bulletEnabled val="1"/>
        </dgm:presLayoutVars>
      </dgm:prSet>
      <dgm:spPr/>
      <dgm:t>
        <a:bodyPr/>
        <a:lstStyle/>
        <a:p>
          <a:endParaRPr lang="en-US"/>
        </a:p>
      </dgm:t>
    </dgm:pt>
    <dgm:pt modelId="{1BDC3F2B-3B1D-4E8E-AE37-B98F4D1C440A}" type="pres">
      <dgm:prSet presAssocID="{96D71B45-E6AD-45B6-AC85-BF46878EAA44}" presName="parTxOnlySpace" presStyleCnt="0"/>
      <dgm:spPr/>
    </dgm:pt>
    <dgm:pt modelId="{33738F33-F531-4250-9383-B5355EA6ED2B}" type="pres">
      <dgm:prSet presAssocID="{41D41036-CA76-4395-93BF-E814F0C64DBA}" presName="parTxOnly" presStyleLbl="node1" presStyleIdx="1" presStyleCnt="3" custLinFactNeighborY="2260">
        <dgm:presLayoutVars>
          <dgm:chMax val="0"/>
          <dgm:chPref val="0"/>
          <dgm:bulletEnabled val="1"/>
        </dgm:presLayoutVars>
      </dgm:prSet>
      <dgm:spPr/>
      <dgm:t>
        <a:bodyPr/>
        <a:lstStyle/>
        <a:p>
          <a:endParaRPr lang="en-US"/>
        </a:p>
      </dgm:t>
    </dgm:pt>
    <dgm:pt modelId="{635C91FF-AA60-4878-85B9-E6AE54B0807D}" type="pres">
      <dgm:prSet presAssocID="{EE9F6C65-560C-41C1-9498-93B13F4B3A2A}" presName="parTxOnlySpace" presStyleCnt="0"/>
      <dgm:spPr/>
    </dgm:pt>
    <dgm:pt modelId="{313454A1-EA24-481A-AA06-178154CE0C88}" type="pres">
      <dgm:prSet presAssocID="{9A38F6AE-7109-4CE5-A7E9-00C0A00E144B}" presName="parTxOnly" presStyleLbl="node1" presStyleIdx="2" presStyleCnt="3">
        <dgm:presLayoutVars>
          <dgm:chMax val="0"/>
          <dgm:chPref val="0"/>
          <dgm:bulletEnabled val="1"/>
        </dgm:presLayoutVars>
      </dgm:prSet>
      <dgm:spPr/>
      <dgm:t>
        <a:bodyPr/>
        <a:lstStyle/>
        <a:p>
          <a:endParaRPr lang="en-US"/>
        </a:p>
      </dgm:t>
    </dgm:pt>
  </dgm:ptLst>
  <dgm:cxnLst>
    <dgm:cxn modelId="{DC3463BE-4C22-41D5-8EA7-88BE31F6CF0A}" type="presOf" srcId="{610EBC57-78CC-443D-88AC-62528C913B39}" destId="{484C8018-61E4-44C8-B339-33B79F6C00B2}" srcOrd="0" destOrd="0" presId="urn:microsoft.com/office/officeart/2005/8/layout/chevron1"/>
    <dgm:cxn modelId="{F09D757F-FED2-4338-819B-5B362BC941E4}" type="presOf" srcId="{740F568A-BED0-4BD4-A478-ADE7A9D1DD72}" destId="{1E81093F-D9EC-449D-BB58-A75F8CE824D3}" srcOrd="0" destOrd="0" presId="urn:microsoft.com/office/officeart/2005/8/layout/chevron1"/>
    <dgm:cxn modelId="{41E4A58F-ABE1-4CE8-813E-6BA033D2B2F5}" type="presOf" srcId="{41D41036-CA76-4395-93BF-E814F0C64DBA}" destId="{33738F33-F531-4250-9383-B5355EA6ED2B}" srcOrd="0" destOrd="0" presId="urn:microsoft.com/office/officeart/2005/8/layout/chevron1"/>
    <dgm:cxn modelId="{F3821DA7-F5CF-42D2-A6D7-96914E8636B5}" srcId="{610EBC57-78CC-443D-88AC-62528C913B39}" destId="{41D41036-CA76-4395-93BF-E814F0C64DBA}" srcOrd="1" destOrd="0" parTransId="{18AC992C-335F-423F-B2E0-44E7CDACC9A9}" sibTransId="{EE9F6C65-560C-41C1-9498-93B13F4B3A2A}"/>
    <dgm:cxn modelId="{1FBC3783-8541-4FDF-AC3D-951D711DE097}" srcId="{610EBC57-78CC-443D-88AC-62528C913B39}" destId="{9A38F6AE-7109-4CE5-A7E9-00C0A00E144B}" srcOrd="2" destOrd="0" parTransId="{1FA56ED6-F30F-49CD-9148-EB988454F9EF}" sibTransId="{0FFFFD12-F1AD-4EC8-BFD0-383C803D57FB}"/>
    <dgm:cxn modelId="{803049C2-499E-44B8-8854-A4C3B9958D0D}" srcId="{610EBC57-78CC-443D-88AC-62528C913B39}" destId="{740F568A-BED0-4BD4-A478-ADE7A9D1DD72}" srcOrd="0" destOrd="0" parTransId="{D2070B0F-39CE-44C6-9AFE-64B3BAFA16EC}" sibTransId="{96D71B45-E6AD-45B6-AC85-BF46878EAA44}"/>
    <dgm:cxn modelId="{A7262BC8-D5BB-45BE-A6E0-EFFCBC0158B5}" type="presOf" srcId="{9A38F6AE-7109-4CE5-A7E9-00C0A00E144B}" destId="{313454A1-EA24-481A-AA06-178154CE0C88}" srcOrd="0" destOrd="0" presId="urn:microsoft.com/office/officeart/2005/8/layout/chevron1"/>
    <dgm:cxn modelId="{3414598F-F3CC-44FF-A57F-3CAE1688E63B}" type="presParOf" srcId="{484C8018-61E4-44C8-B339-33B79F6C00B2}" destId="{1E81093F-D9EC-449D-BB58-A75F8CE824D3}" srcOrd="0" destOrd="0" presId="urn:microsoft.com/office/officeart/2005/8/layout/chevron1"/>
    <dgm:cxn modelId="{969E1D9B-5880-4D22-A117-C3CDA8D53EBD}" type="presParOf" srcId="{484C8018-61E4-44C8-B339-33B79F6C00B2}" destId="{1BDC3F2B-3B1D-4E8E-AE37-B98F4D1C440A}" srcOrd="1" destOrd="0" presId="urn:microsoft.com/office/officeart/2005/8/layout/chevron1"/>
    <dgm:cxn modelId="{8E91C97F-E8D5-45E2-BBB4-4F780FA3928C}" type="presParOf" srcId="{484C8018-61E4-44C8-B339-33B79F6C00B2}" destId="{33738F33-F531-4250-9383-B5355EA6ED2B}" srcOrd="2" destOrd="0" presId="urn:microsoft.com/office/officeart/2005/8/layout/chevron1"/>
    <dgm:cxn modelId="{9F32A824-FCAC-49C0-AD60-DD9B3428F792}" type="presParOf" srcId="{484C8018-61E4-44C8-B339-33B79F6C00B2}" destId="{635C91FF-AA60-4878-85B9-E6AE54B0807D}" srcOrd="3" destOrd="0" presId="urn:microsoft.com/office/officeart/2005/8/layout/chevron1"/>
    <dgm:cxn modelId="{D3978190-8B49-4CC7-BEB1-B960E6AB73E0}" type="presParOf" srcId="{484C8018-61E4-44C8-B339-33B79F6C00B2}" destId="{313454A1-EA24-481A-AA06-178154CE0C88}" srcOrd="4" destOrd="0" presId="urn:microsoft.com/office/officeart/2005/8/layout/chevron1"/>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3E50B8-16B7-4CE1-AB16-471F14E204C1}"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BFD0326B-F645-444D-94BE-C3C67378AA5D}">
      <dgm:prSet phldrT="[Text]" custT="1"/>
      <dgm:spPr/>
      <dgm:t>
        <a:bodyPr/>
        <a:lstStyle/>
        <a:p>
          <a:r>
            <a:rPr lang="en-US" sz="1600" dirty="0" smtClean="0"/>
            <a:t>Pharma - Specialties</a:t>
          </a:r>
          <a:endParaRPr lang="en-US" sz="1600" dirty="0"/>
        </a:p>
      </dgm:t>
    </dgm:pt>
    <dgm:pt modelId="{36787392-E311-4581-94A4-AAE192E5DB50}" type="parTrans" cxnId="{76DA5800-888F-4884-93F4-882C7B9D4E62}">
      <dgm:prSet/>
      <dgm:spPr/>
      <dgm:t>
        <a:bodyPr/>
        <a:lstStyle/>
        <a:p>
          <a:endParaRPr lang="en-US"/>
        </a:p>
      </dgm:t>
    </dgm:pt>
    <dgm:pt modelId="{59443113-CB44-4A3B-A45D-E1801A15453D}" type="sibTrans" cxnId="{76DA5800-888F-4884-93F4-882C7B9D4E62}">
      <dgm:prSet/>
      <dgm:spPr/>
      <dgm:t>
        <a:bodyPr/>
        <a:lstStyle/>
        <a:p>
          <a:endParaRPr lang="en-US"/>
        </a:p>
      </dgm:t>
    </dgm:pt>
    <dgm:pt modelId="{B4F580C0-464D-4E57-8E24-2E1BDAA7054A}">
      <dgm:prSet phldrT="[Text]" custT="1"/>
      <dgm:spPr/>
      <dgm:t>
        <a:bodyPr/>
        <a:lstStyle/>
        <a:p>
          <a:pPr rtl="0"/>
          <a:r>
            <a:rPr lang="en-US" sz="1400" u="none" strike="noStrike" dirty="0" smtClean="0">
              <a:effectLst/>
            </a:rPr>
            <a:t>Regimen Analyzer</a:t>
          </a:r>
          <a:endParaRPr lang="en-US" sz="1400" dirty="0"/>
        </a:p>
      </dgm:t>
    </dgm:pt>
    <dgm:pt modelId="{713BA201-6CE9-4961-9024-E88E03A53F41}" type="parTrans" cxnId="{1287B59C-F313-4ACC-8A4D-48129DB60903}">
      <dgm:prSet/>
      <dgm:spPr/>
      <dgm:t>
        <a:bodyPr/>
        <a:lstStyle/>
        <a:p>
          <a:endParaRPr lang="en-US"/>
        </a:p>
      </dgm:t>
    </dgm:pt>
    <dgm:pt modelId="{19EEDD70-BCE6-4D8D-A1E1-8AFCB7F5F48E}" type="sibTrans" cxnId="{1287B59C-F313-4ACC-8A4D-48129DB60903}">
      <dgm:prSet/>
      <dgm:spPr/>
      <dgm:t>
        <a:bodyPr/>
        <a:lstStyle/>
        <a:p>
          <a:endParaRPr lang="en-US"/>
        </a:p>
      </dgm:t>
    </dgm:pt>
    <dgm:pt modelId="{6D3F5A8A-CF1B-4943-9E49-E40294EAEAEB}">
      <dgm:prSet phldrT="[Text]" custT="1"/>
      <dgm:spPr/>
      <dgm:t>
        <a:bodyPr/>
        <a:lstStyle/>
        <a:p>
          <a:r>
            <a:rPr lang="en-US" sz="1600" dirty="0" smtClean="0"/>
            <a:t>Pharma - Retail</a:t>
          </a:r>
          <a:endParaRPr lang="en-US" sz="1600" dirty="0"/>
        </a:p>
      </dgm:t>
    </dgm:pt>
    <dgm:pt modelId="{0B96BDDB-1BA0-49B8-8D9D-2584B5E1069F}" type="parTrans" cxnId="{4D79F371-5DB0-4D51-BB69-B77AC2CC5EA1}">
      <dgm:prSet/>
      <dgm:spPr/>
      <dgm:t>
        <a:bodyPr/>
        <a:lstStyle/>
        <a:p>
          <a:endParaRPr lang="en-US"/>
        </a:p>
      </dgm:t>
    </dgm:pt>
    <dgm:pt modelId="{5B83BC96-F36C-4DE5-8AB1-6E06484EAEDC}" type="sibTrans" cxnId="{4D79F371-5DB0-4D51-BB69-B77AC2CC5EA1}">
      <dgm:prSet/>
      <dgm:spPr/>
      <dgm:t>
        <a:bodyPr/>
        <a:lstStyle/>
        <a:p>
          <a:endParaRPr lang="en-US"/>
        </a:p>
      </dgm:t>
    </dgm:pt>
    <dgm:pt modelId="{D61BE410-EA83-491E-B709-4EC5AB63DB95}">
      <dgm:prSet phldrT="[Text]" custT="1"/>
      <dgm:spPr/>
      <dgm:t>
        <a:bodyPr/>
        <a:lstStyle/>
        <a:p>
          <a:pPr rtl="0"/>
          <a:r>
            <a:rPr lang="en-US" sz="1400" u="none" strike="noStrike" dirty="0" smtClean="0">
              <a:effectLst/>
            </a:rPr>
            <a:t>PD Retail Electronic Enrollment </a:t>
          </a:r>
          <a:endParaRPr lang="en-US" sz="1400" u="none" strike="noStrike" dirty="0">
            <a:effectLst/>
          </a:endParaRPr>
        </a:p>
      </dgm:t>
    </dgm:pt>
    <dgm:pt modelId="{9E81FAC5-12F6-40BE-83C9-A661CD6BD5B8}" type="parTrans" cxnId="{72FFFBAD-539D-450D-8A39-EB01576E1740}">
      <dgm:prSet/>
      <dgm:spPr/>
      <dgm:t>
        <a:bodyPr/>
        <a:lstStyle/>
        <a:p>
          <a:endParaRPr lang="en-US"/>
        </a:p>
      </dgm:t>
    </dgm:pt>
    <dgm:pt modelId="{D4A07DF1-63E6-4F6B-AB8F-C8EB62245B41}" type="sibTrans" cxnId="{72FFFBAD-539D-450D-8A39-EB01576E1740}">
      <dgm:prSet/>
      <dgm:spPr/>
      <dgm:t>
        <a:bodyPr/>
        <a:lstStyle/>
        <a:p>
          <a:endParaRPr lang="en-US"/>
        </a:p>
      </dgm:t>
    </dgm:pt>
    <dgm:pt modelId="{25B45ADE-F118-494A-9970-622BA5298750}" type="pres">
      <dgm:prSet presAssocID="{AC3E50B8-16B7-4CE1-AB16-471F14E204C1}" presName="Name0" presStyleCnt="0">
        <dgm:presLayoutVars>
          <dgm:chMax val="5"/>
          <dgm:chPref val="5"/>
          <dgm:dir/>
          <dgm:animLvl val="lvl"/>
        </dgm:presLayoutVars>
      </dgm:prSet>
      <dgm:spPr/>
      <dgm:t>
        <a:bodyPr/>
        <a:lstStyle/>
        <a:p>
          <a:endParaRPr lang="en-US"/>
        </a:p>
      </dgm:t>
    </dgm:pt>
    <dgm:pt modelId="{C8A6484F-D7D7-4C04-BAA8-2831942C94ED}" type="pres">
      <dgm:prSet presAssocID="{BFD0326B-F645-444D-94BE-C3C67378AA5D}" presName="parentText1" presStyleLbl="node1" presStyleIdx="0" presStyleCnt="2" custLinFactNeighborX="-65982" custLinFactNeighborY="-6156">
        <dgm:presLayoutVars>
          <dgm:chMax/>
          <dgm:chPref val="3"/>
          <dgm:bulletEnabled val="1"/>
        </dgm:presLayoutVars>
      </dgm:prSet>
      <dgm:spPr/>
      <dgm:t>
        <a:bodyPr/>
        <a:lstStyle/>
        <a:p>
          <a:endParaRPr lang="en-US"/>
        </a:p>
      </dgm:t>
    </dgm:pt>
    <dgm:pt modelId="{0F2EBD19-14B9-467E-A630-507A590BE98D}" type="pres">
      <dgm:prSet presAssocID="{BFD0326B-F645-444D-94BE-C3C67378AA5D}" presName="childText1" presStyleLbl="solidAlignAcc1" presStyleIdx="0" presStyleCnt="2" custScaleX="193054" custScaleY="101077" custLinFactNeighborX="-93341" custLinFactNeighborY="596">
        <dgm:presLayoutVars>
          <dgm:chMax val="0"/>
          <dgm:chPref val="0"/>
          <dgm:bulletEnabled val="1"/>
        </dgm:presLayoutVars>
      </dgm:prSet>
      <dgm:spPr/>
      <dgm:t>
        <a:bodyPr/>
        <a:lstStyle/>
        <a:p>
          <a:endParaRPr lang="en-US"/>
        </a:p>
      </dgm:t>
    </dgm:pt>
    <dgm:pt modelId="{ECC9F694-D9A6-4F52-969B-A911E2C72756}" type="pres">
      <dgm:prSet presAssocID="{6D3F5A8A-CF1B-4943-9E49-E40294EAEAEB}" presName="parentText2" presStyleLbl="node1" presStyleIdx="1" presStyleCnt="2" custScaleX="160848" custLinFactNeighborX="-2154" custLinFactNeighborY="23714">
        <dgm:presLayoutVars>
          <dgm:chMax/>
          <dgm:chPref val="3"/>
          <dgm:bulletEnabled val="1"/>
        </dgm:presLayoutVars>
      </dgm:prSet>
      <dgm:spPr/>
      <dgm:t>
        <a:bodyPr/>
        <a:lstStyle/>
        <a:p>
          <a:endParaRPr lang="en-US"/>
        </a:p>
      </dgm:t>
    </dgm:pt>
    <dgm:pt modelId="{09ADF29B-2585-4EF1-B160-23893BB08B2E}" type="pres">
      <dgm:prSet presAssocID="{6D3F5A8A-CF1B-4943-9E49-E40294EAEAEB}" presName="childText2" presStyleLbl="solidAlignAcc1" presStyleIdx="1" presStyleCnt="2" custScaleX="165266" custScaleY="75174" custLinFactNeighborX="-3595" custLinFactNeighborY="394">
        <dgm:presLayoutVars>
          <dgm:chMax val="0"/>
          <dgm:chPref val="0"/>
          <dgm:bulletEnabled val="1"/>
        </dgm:presLayoutVars>
      </dgm:prSet>
      <dgm:spPr/>
      <dgm:t>
        <a:bodyPr/>
        <a:lstStyle/>
        <a:p>
          <a:endParaRPr lang="en-US"/>
        </a:p>
      </dgm:t>
    </dgm:pt>
  </dgm:ptLst>
  <dgm:cxnLst>
    <dgm:cxn modelId="{72FFFBAD-539D-450D-8A39-EB01576E1740}" srcId="{6D3F5A8A-CF1B-4943-9E49-E40294EAEAEB}" destId="{D61BE410-EA83-491E-B709-4EC5AB63DB95}" srcOrd="0" destOrd="0" parTransId="{9E81FAC5-12F6-40BE-83C9-A661CD6BD5B8}" sibTransId="{D4A07DF1-63E6-4F6B-AB8F-C8EB62245B41}"/>
    <dgm:cxn modelId="{76DA5800-888F-4884-93F4-882C7B9D4E62}" srcId="{AC3E50B8-16B7-4CE1-AB16-471F14E204C1}" destId="{BFD0326B-F645-444D-94BE-C3C67378AA5D}" srcOrd="0" destOrd="0" parTransId="{36787392-E311-4581-94A4-AAE192E5DB50}" sibTransId="{59443113-CB44-4A3B-A45D-E1801A15453D}"/>
    <dgm:cxn modelId="{334027DF-C557-4010-8C02-1141B6526B7F}" type="presOf" srcId="{B4F580C0-464D-4E57-8E24-2E1BDAA7054A}" destId="{0F2EBD19-14B9-467E-A630-507A590BE98D}" srcOrd="0" destOrd="0" presId="urn:microsoft.com/office/officeart/2009/3/layout/IncreasingArrowsProcess"/>
    <dgm:cxn modelId="{4D79F371-5DB0-4D51-BB69-B77AC2CC5EA1}" srcId="{AC3E50B8-16B7-4CE1-AB16-471F14E204C1}" destId="{6D3F5A8A-CF1B-4943-9E49-E40294EAEAEB}" srcOrd="1" destOrd="0" parTransId="{0B96BDDB-1BA0-49B8-8D9D-2584B5E1069F}" sibTransId="{5B83BC96-F36C-4DE5-8AB1-6E06484EAEDC}"/>
    <dgm:cxn modelId="{78DD8887-BB37-4D9A-8147-5E7C756F6761}" type="presOf" srcId="{AC3E50B8-16B7-4CE1-AB16-471F14E204C1}" destId="{25B45ADE-F118-494A-9970-622BA5298750}" srcOrd="0" destOrd="0" presId="urn:microsoft.com/office/officeart/2009/3/layout/IncreasingArrowsProcess"/>
    <dgm:cxn modelId="{43D13B7D-7811-4298-AD36-A576AE97C204}" type="presOf" srcId="{BFD0326B-F645-444D-94BE-C3C67378AA5D}" destId="{C8A6484F-D7D7-4C04-BAA8-2831942C94ED}" srcOrd="0" destOrd="0" presId="urn:microsoft.com/office/officeart/2009/3/layout/IncreasingArrowsProcess"/>
    <dgm:cxn modelId="{AC7FE9C0-349D-47E4-9E48-37FE40CAF25C}" type="presOf" srcId="{D61BE410-EA83-491E-B709-4EC5AB63DB95}" destId="{09ADF29B-2585-4EF1-B160-23893BB08B2E}" srcOrd="0" destOrd="0" presId="urn:microsoft.com/office/officeart/2009/3/layout/IncreasingArrowsProcess"/>
    <dgm:cxn modelId="{6E2F7EE5-371F-4F98-978D-3F0A5C69346A}" type="presOf" srcId="{6D3F5A8A-CF1B-4943-9E49-E40294EAEAEB}" destId="{ECC9F694-D9A6-4F52-969B-A911E2C72756}" srcOrd="0" destOrd="0" presId="urn:microsoft.com/office/officeart/2009/3/layout/IncreasingArrowsProcess"/>
    <dgm:cxn modelId="{1287B59C-F313-4ACC-8A4D-48129DB60903}" srcId="{BFD0326B-F645-444D-94BE-C3C67378AA5D}" destId="{B4F580C0-464D-4E57-8E24-2E1BDAA7054A}" srcOrd="0" destOrd="0" parTransId="{713BA201-6CE9-4961-9024-E88E03A53F41}" sibTransId="{19EEDD70-BCE6-4D8D-A1E1-8AFCB7F5F48E}"/>
    <dgm:cxn modelId="{97514D63-4AAC-48FB-919D-C50C3DED3632}" type="presParOf" srcId="{25B45ADE-F118-494A-9970-622BA5298750}" destId="{C8A6484F-D7D7-4C04-BAA8-2831942C94ED}" srcOrd="0" destOrd="0" presId="urn:microsoft.com/office/officeart/2009/3/layout/IncreasingArrowsProcess"/>
    <dgm:cxn modelId="{3979AEE6-E9A2-42C7-ABA9-9F163C825CA7}" type="presParOf" srcId="{25B45ADE-F118-494A-9970-622BA5298750}" destId="{0F2EBD19-14B9-467E-A630-507A590BE98D}" srcOrd="1" destOrd="0" presId="urn:microsoft.com/office/officeart/2009/3/layout/IncreasingArrowsProcess"/>
    <dgm:cxn modelId="{C71F22B4-235E-44AB-9661-A25B462328E9}" type="presParOf" srcId="{25B45ADE-F118-494A-9970-622BA5298750}" destId="{ECC9F694-D9A6-4F52-969B-A911E2C72756}" srcOrd="2" destOrd="0" presId="urn:microsoft.com/office/officeart/2009/3/layout/IncreasingArrowsProcess"/>
    <dgm:cxn modelId="{55061C89-3867-46EB-9F44-0E59DB89AF39}" type="presParOf" srcId="{25B45ADE-F118-494A-9970-622BA5298750}" destId="{09ADF29B-2585-4EF1-B160-23893BB08B2E}" srcOrd="3" destOrd="0" presId="urn:microsoft.com/office/officeart/2009/3/layout/IncreasingArrowsProcess"/>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10EBC57-78CC-443D-88AC-62528C913B39}" type="doc">
      <dgm:prSet loTypeId="urn:microsoft.com/office/officeart/2005/8/layout/chevron1" loCatId="process" qsTypeId="urn:microsoft.com/office/officeart/2005/8/quickstyle/simple1" qsCatId="simple" csTypeId="urn:microsoft.com/office/officeart/2005/8/colors/accent1_2" csCatId="accent1" phldr="1"/>
      <dgm:spPr/>
    </dgm:pt>
    <dgm:pt modelId="{740F568A-BED0-4BD4-A478-ADE7A9D1DD72}">
      <dgm:prSet phldrT="[Text]" custT="1"/>
      <dgm:spPr>
        <a:solidFill>
          <a:schemeClr val="tx2">
            <a:lumMod val="60000"/>
            <a:lumOff val="40000"/>
          </a:schemeClr>
        </a:solidFill>
      </dgm:spPr>
      <dgm:t>
        <a:bodyPr/>
        <a:lstStyle/>
        <a:p>
          <a:r>
            <a:rPr lang="en-US" sz="1200" dirty="0" smtClean="0"/>
            <a:t>JIRA</a:t>
          </a:r>
          <a:endParaRPr lang="en-US" sz="1200" dirty="0"/>
        </a:p>
      </dgm:t>
    </dgm:pt>
    <dgm:pt modelId="{D2070B0F-39CE-44C6-9AFE-64B3BAFA16EC}" type="parTrans" cxnId="{803049C2-499E-44B8-8854-A4C3B9958D0D}">
      <dgm:prSet/>
      <dgm:spPr/>
      <dgm:t>
        <a:bodyPr/>
        <a:lstStyle/>
        <a:p>
          <a:endParaRPr lang="en-US"/>
        </a:p>
      </dgm:t>
    </dgm:pt>
    <dgm:pt modelId="{96D71B45-E6AD-45B6-AC85-BF46878EAA44}" type="sibTrans" cxnId="{803049C2-499E-44B8-8854-A4C3B9958D0D}">
      <dgm:prSet/>
      <dgm:spPr/>
      <dgm:t>
        <a:bodyPr/>
        <a:lstStyle/>
        <a:p>
          <a:endParaRPr lang="en-US"/>
        </a:p>
      </dgm:t>
    </dgm:pt>
    <dgm:pt modelId="{41D41036-CA76-4395-93BF-E814F0C64DBA}">
      <dgm:prSet phldrT="[Text]" custT="1"/>
      <dgm:spPr>
        <a:solidFill>
          <a:schemeClr val="tx2">
            <a:lumMod val="60000"/>
            <a:lumOff val="40000"/>
          </a:schemeClr>
        </a:solidFill>
      </dgm:spPr>
      <dgm:t>
        <a:bodyPr/>
        <a:lstStyle/>
        <a:p>
          <a:r>
            <a:rPr lang="en-US" sz="1200" dirty="0" smtClean="0"/>
            <a:t>JIRA</a:t>
          </a:r>
          <a:endParaRPr lang="en-US" sz="1200" dirty="0"/>
        </a:p>
      </dgm:t>
    </dgm:pt>
    <dgm:pt modelId="{18AC992C-335F-423F-B2E0-44E7CDACC9A9}" type="parTrans" cxnId="{F3821DA7-F5CF-42D2-A6D7-96914E8636B5}">
      <dgm:prSet/>
      <dgm:spPr/>
      <dgm:t>
        <a:bodyPr/>
        <a:lstStyle/>
        <a:p>
          <a:endParaRPr lang="en-US"/>
        </a:p>
      </dgm:t>
    </dgm:pt>
    <dgm:pt modelId="{EE9F6C65-560C-41C1-9498-93B13F4B3A2A}" type="sibTrans" cxnId="{F3821DA7-F5CF-42D2-A6D7-96914E8636B5}">
      <dgm:prSet/>
      <dgm:spPr/>
      <dgm:t>
        <a:bodyPr/>
        <a:lstStyle/>
        <a:p>
          <a:endParaRPr lang="en-US"/>
        </a:p>
      </dgm:t>
    </dgm:pt>
    <dgm:pt modelId="{484C8018-61E4-44C8-B339-33B79F6C00B2}" type="pres">
      <dgm:prSet presAssocID="{610EBC57-78CC-443D-88AC-62528C913B39}" presName="Name0" presStyleCnt="0">
        <dgm:presLayoutVars>
          <dgm:dir/>
          <dgm:animLvl val="lvl"/>
          <dgm:resizeHandles val="exact"/>
        </dgm:presLayoutVars>
      </dgm:prSet>
      <dgm:spPr/>
    </dgm:pt>
    <dgm:pt modelId="{1E81093F-D9EC-449D-BB58-A75F8CE824D3}" type="pres">
      <dgm:prSet presAssocID="{740F568A-BED0-4BD4-A478-ADE7A9D1DD72}" presName="parTxOnly" presStyleLbl="node1" presStyleIdx="0" presStyleCnt="2">
        <dgm:presLayoutVars>
          <dgm:chMax val="0"/>
          <dgm:chPref val="0"/>
          <dgm:bulletEnabled val="1"/>
        </dgm:presLayoutVars>
      </dgm:prSet>
      <dgm:spPr/>
      <dgm:t>
        <a:bodyPr/>
        <a:lstStyle/>
        <a:p>
          <a:endParaRPr lang="en-US"/>
        </a:p>
      </dgm:t>
    </dgm:pt>
    <dgm:pt modelId="{1BDC3F2B-3B1D-4E8E-AE37-B98F4D1C440A}" type="pres">
      <dgm:prSet presAssocID="{96D71B45-E6AD-45B6-AC85-BF46878EAA44}" presName="parTxOnlySpace" presStyleCnt="0"/>
      <dgm:spPr/>
    </dgm:pt>
    <dgm:pt modelId="{33738F33-F531-4250-9383-B5355EA6ED2B}" type="pres">
      <dgm:prSet presAssocID="{41D41036-CA76-4395-93BF-E814F0C64DBA}" presName="parTxOnly" presStyleLbl="node1" presStyleIdx="1" presStyleCnt="2">
        <dgm:presLayoutVars>
          <dgm:chMax val="0"/>
          <dgm:chPref val="0"/>
          <dgm:bulletEnabled val="1"/>
        </dgm:presLayoutVars>
      </dgm:prSet>
      <dgm:spPr/>
      <dgm:t>
        <a:bodyPr/>
        <a:lstStyle/>
        <a:p>
          <a:endParaRPr lang="en-US"/>
        </a:p>
      </dgm:t>
    </dgm:pt>
  </dgm:ptLst>
  <dgm:cxnLst>
    <dgm:cxn modelId="{F3821DA7-F5CF-42D2-A6D7-96914E8636B5}" srcId="{610EBC57-78CC-443D-88AC-62528C913B39}" destId="{41D41036-CA76-4395-93BF-E814F0C64DBA}" srcOrd="1" destOrd="0" parTransId="{18AC992C-335F-423F-B2E0-44E7CDACC9A9}" sibTransId="{EE9F6C65-560C-41C1-9498-93B13F4B3A2A}"/>
    <dgm:cxn modelId="{803049C2-499E-44B8-8854-A4C3B9958D0D}" srcId="{610EBC57-78CC-443D-88AC-62528C913B39}" destId="{740F568A-BED0-4BD4-A478-ADE7A9D1DD72}" srcOrd="0" destOrd="0" parTransId="{D2070B0F-39CE-44C6-9AFE-64B3BAFA16EC}" sibTransId="{96D71B45-E6AD-45B6-AC85-BF46878EAA44}"/>
    <dgm:cxn modelId="{4737E65C-24ED-433D-BA0A-7179C1B41CDD}" type="presOf" srcId="{610EBC57-78CC-443D-88AC-62528C913B39}" destId="{484C8018-61E4-44C8-B339-33B79F6C00B2}" srcOrd="0" destOrd="0" presId="urn:microsoft.com/office/officeart/2005/8/layout/chevron1"/>
    <dgm:cxn modelId="{2734156A-2EE8-45CB-82AE-5FF19A612F2D}" type="presOf" srcId="{41D41036-CA76-4395-93BF-E814F0C64DBA}" destId="{33738F33-F531-4250-9383-B5355EA6ED2B}" srcOrd="0" destOrd="0" presId="urn:microsoft.com/office/officeart/2005/8/layout/chevron1"/>
    <dgm:cxn modelId="{6BBDDB95-8D1D-4F73-BF1E-EDE3A8C79729}" type="presOf" srcId="{740F568A-BED0-4BD4-A478-ADE7A9D1DD72}" destId="{1E81093F-D9EC-449D-BB58-A75F8CE824D3}" srcOrd="0" destOrd="0" presId="urn:microsoft.com/office/officeart/2005/8/layout/chevron1"/>
    <dgm:cxn modelId="{9C50DAD9-A1F3-4BC6-A648-EC318D74D52F}" type="presParOf" srcId="{484C8018-61E4-44C8-B339-33B79F6C00B2}" destId="{1E81093F-D9EC-449D-BB58-A75F8CE824D3}" srcOrd="0" destOrd="0" presId="urn:microsoft.com/office/officeart/2005/8/layout/chevron1"/>
    <dgm:cxn modelId="{35EF6235-0997-41ED-B2E0-E902A8A58BEB}" type="presParOf" srcId="{484C8018-61E4-44C8-B339-33B79F6C00B2}" destId="{1BDC3F2B-3B1D-4E8E-AE37-B98F4D1C440A}" srcOrd="1" destOrd="0" presId="urn:microsoft.com/office/officeart/2005/8/layout/chevron1"/>
    <dgm:cxn modelId="{B1879188-773E-425F-BC24-53A2165D458C}" type="presParOf" srcId="{484C8018-61E4-44C8-B339-33B79F6C00B2}" destId="{33738F33-F531-4250-9383-B5355EA6ED2B}" srcOrd="2" destOrd="0" presId="urn:microsoft.com/office/officeart/2005/8/layout/chevron1"/>
  </dgm:cxnLst>
  <dgm:bg>
    <a:noFill/>
  </dgm:bg>
  <dgm:whole/>
  <dgm:extLst>
    <a:ext uri="http://schemas.microsoft.com/office/drawing/2008/diagram">
      <dsp:dataModelExt xmlns:dsp="http://schemas.microsoft.com/office/drawing/2008/diagram" relId="rId2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18B32FF-A5C0-4241-9A8D-D050300C92B6}"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451343D4-35E5-4010-B7A7-A03DF8943A8F}">
      <dgm:prSet phldrT="[Text]" custT="1"/>
      <dgm:spPr/>
      <dgm:t>
        <a:bodyPr/>
        <a:lstStyle/>
        <a:p>
          <a:r>
            <a:rPr lang="en-US" sz="1200" dirty="0" smtClean="0"/>
            <a:t>Requirement Analysis</a:t>
          </a:r>
          <a:endParaRPr lang="en-US" sz="1200" dirty="0"/>
        </a:p>
      </dgm:t>
    </dgm:pt>
    <dgm:pt modelId="{418F3618-C712-42D8-9CA4-C129C777940C}" type="parTrans" cxnId="{987F7865-C7D4-4534-9293-D0FFCF51E5B0}">
      <dgm:prSet/>
      <dgm:spPr/>
      <dgm:t>
        <a:bodyPr/>
        <a:lstStyle/>
        <a:p>
          <a:endParaRPr lang="en-US"/>
        </a:p>
      </dgm:t>
    </dgm:pt>
    <dgm:pt modelId="{13C9E70D-9ADA-4DCE-BE02-586B8D9A281C}" type="sibTrans" cxnId="{987F7865-C7D4-4534-9293-D0FFCF51E5B0}">
      <dgm:prSet/>
      <dgm:spPr/>
      <dgm:t>
        <a:bodyPr/>
        <a:lstStyle/>
        <a:p>
          <a:endParaRPr lang="en-US"/>
        </a:p>
      </dgm:t>
    </dgm:pt>
    <dgm:pt modelId="{B78506AA-1911-4231-9F67-27AFCC405D17}">
      <dgm:prSet phldrT="[Text]" custT="1"/>
      <dgm:spPr/>
      <dgm:t>
        <a:bodyPr/>
        <a:lstStyle/>
        <a:p>
          <a:r>
            <a:rPr lang="en-US" sz="1200" dirty="0" smtClean="0"/>
            <a:t>Create User Stories</a:t>
          </a:r>
          <a:endParaRPr lang="en-US" sz="1200" dirty="0"/>
        </a:p>
      </dgm:t>
    </dgm:pt>
    <dgm:pt modelId="{3A6E1742-BBA2-42B6-8192-DCE38F8633BF}" type="parTrans" cxnId="{39E0BD1A-17BE-42E6-B1E0-49C726FB94C3}">
      <dgm:prSet/>
      <dgm:spPr/>
      <dgm:t>
        <a:bodyPr/>
        <a:lstStyle/>
        <a:p>
          <a:endParaRPr lang="en-US"/>
        </a:p>
      </dgm:t>
    </dgm:pt>
    <dgm:pt modelId="{104CFE2A-6DFD-4EB7-9977-A10FB254CDB8}" type="sibTrans" cxnId="{39E0BD1A-17BE-42E6-B1E0-49C726FB94C3}">
      <dgm:prSet/>
      <dgm:spPr/>
      <dgm:t>
        <a:bodyPr/>
        <a:lstStyle/>
        <a:p>
          <a:endParaRPr lang="en-US"/>
        </a:p>
      </dgm:t>
    </dgm:pt>
    <dgm:pt modelId="{7174137A-87AB-4199-8A07-D651C43A0EA8}">
      <dgm:prSet phldrT="[Text]" custT="1"/>
      <dgm:spPr/>
      <dgm:t>
        <a:bodyPr/>
        <a:lstStyle/>
        <a:p>
          <a:r>
            <a:rPr lang="en-US" sz="1200" dirty="0" smtClean="0"/>
            <a:t>Sprint Planning</a:t>
          </a:r>
          <a:endParaRPr lang="en-US" sz="1200" dirty="0"/>
        </a:p>
      </dgm:t>
    </dgm:pt>
    <dgm:pt modelId="{9FFD88E2-C429-4A1C-BA8C-6C95B9270E4B}" type="parTrans" cxnId="{9544080E-A02B-476C-9B66-7862FDF774DC}">
      <dgm:prSet/>
      <dgm:spPr/>
      <dgm:t>
        <a:bodyPr/>
        <a:lstStyle/>
        <a:p>
          <a:endParaRPr lang="en-US"/>
        </a:p>
      </dgm:t>
    </dgm:pt>
    <dgm:pt modelId="{A071119F-050F-4B40-BD10-5E8AE109F0CA}" type="sibTrans" cxnId="{9544080E-A02B-476C-9B66-7862FDF774DC}">
      <dgm:prSet/>
      <dgm:spPr/>
      <dgm:t>
        <a:bodyPr/>
        <a:lstStyle/>
        <a:p>
          <a:endParaRPr lang="en-US"/>
        </a:p>
      </dgm:t>
    </dgm:pt>
    <dgm:pt modelId="{7EA62778-7884-4CD1-A126-81CA15EDDABC}">
      <dgm:prSet phldrT="[Text]" custT="1"/>
      <dgm:spPr/>
      <dgm:t>
        <a:bodyPr/>
        <a:lstStyle/>
        <a:p>
          <a:r>
            <a:rPr lang="en-US" sz="1200" dirty="0" smtClean="0"/>
            <a:t>Prioritize User Stories</a:t>
          </a:r>
          <a:endParaRPr lang="en-US" sz="1200" dirty="0"/>
        </a:p>
      </dgm:t>
    </dgm:pt>
    <dgm:pt modelId="{C1FA0148-CBCB-462D-9291-855D085D4332}" type="parTrans" cxnId="{BD5758AB-997F-47D7-BF51-D056D00B0ED4}">
      <dgm:prSet/>
      <dgm:spPr/>
      <dgm:t>
        <a:bodyPr/>
        <a:lstStyle/>
        <a:p>
          <a:endParaRPr lang="en-US"/>
        </a:p>
      </dgm:t>
    </dgm:pt>
    <dgm:pt modelId="{64F0568E-00A4-4DF6-A590-4ABCFB4A18A1}" type="sibTrans" cxnId="{BD5758AB-997F-47D7-BF51-D056D00B0ED4}">
      <dgm:prSet/>
      <dgm:spPr/>
      <dgm:t>
        <a:bodyPr/>
        <a:lstStyle/>
        <a:p>
          <a:endParaRPr lang="en-US"/>
        </a:p>
      </dgm:t>
    </dgm:pt>
    <dgm:pt modelId="{71082E9C-9C3B-464F-8ED9-671F53887274}">
      <dgm:prSet phldrT="[Text]" custT="1"/>
      <dgm:spPr/>
      <dgm:t>
        <a:bodyPr/>
        <a:lstStyle/>
        <a:p>
          <a:r>
            <a:rPr lang="en-US" sz="1200" dirty="0" smtClean="0"/>
            <a:t>Review Backlog</a:t>
          </a:r>
          <a:endParaRPr lang="en-US" sz="1200" dirty="0"/>
        </a:p>
      </dgm:t>
    </dgm:pt>
    <dgm:pt modelId="{E6A7E15B-110C-4C07-B2BD-44FB3A8D39D2}" type="parTrans" cxnId="{573FCCB7-C49D-4983-A99F-9C8D57CF861F}">
      <dgm:prSet/>
      <dgm:spPr/>
      <dgm:t>
        <a:bodyPr/>
        <a:lstStyle/>
        <a:p>
          <a:endParaRPr lang="en-US"/>
        </a:p>
      </dgm:t>
    </dgm:pt>
    <dgm:pt modelId="{78D88643-B2C2-4BFF-AB50-4C0E1ACD5D3E}" type="sibTrans" cxnId="{573FCCB7-C49D-4983-A99F-9C8D57CF861F}">
      <dgm:prSet/>
      <dgm:spPr/>
      <dgm:t>
        <a:bodyPr/>
        <a:lstStyle/>
        <a:p>
          <a:endParaRPr lang="en-US"/>
        </a:p>
      </dgm:t>
    </dgm:pt>
    <dgm:pt modelId="{EFA8A644-1BE1-4F0F-A3A3-559CAEB15304}">
      <dgm:prSet phldrT="[Text]" custT="1"/>
      <dgm:spPr/>
      <dgm:t>
        <a:bodyPr/>
        <a:lstStyle/>
        <a:p>
          <a:r>
            <a:rPr lang="en-US" sz="1200" dirty="0" smtClean="0"/>
            <a:t>3 Amigos</a:t>
          </a:r>
          <a:endParaRPr lang="en-US" sz="1200" dirty="0"/>
        </a:p>
      </dgm:t>
    </dgm:pt>
    <dgm:pt modelId="{4CC16539-145B-4BD7-8CD9-6B1EB02023D6}" type="parTrans" cxnId="{3B6E3B64-96D1-4BB0-986B-D600AB62612A}">
      <dgm:prSet/>
      <dgm:spPr/>
      <dgm:t>
        <a:bodyPr/>
        <a:lstStyle/>
        <a:p>
          <a:endParaRPr lang="en-US"/>
        </a:p>
      </dgm:t>
    </dgm:pt>
    <dgm:pt modelId="{CD54397C-3B9C-45FD-8569-F97B06D57D97}" type="sibTrans" cxnId="{3B6E3B64-96D1-4BB0-986B-D600AB62612A}">
      <dgm:prSet/>
      <dgm:spPr/>
      <dgm:t>
        <a:bodyPr/>
        <a:lstStyle/>
        <a:p>
          <a:endParaRPr lang="en-US"/>
        </a:p>
      </dgm:t>
    </dgm:pt>
    <dgm:pt modelId="{69D97C47-0F39-450A-A907-0C21648F6C80}">
      <dgm:prSet phldrT="[Text]" custT="1"/>
      <dgm:spPr/>
      <dgm:t>
        <a:bodyPr/>
        <a:lstStyle/>
        <a:p>
          <a:r>
            <a:rPr lang="en-US" sz="1200" dirty="0" smtClean="0"/>
            <a:t>Assign Story Points</a:t>
          </a:r>
          <a:endParaRPr lang="en-US" sz="1200" dirty="0"/>
        </a:p>
      </dgm:t>
    </dgm:pt>
    <dgm:pt modelId="{CCAC7DC3-A105-45C3-A2CB-BB24F730D6E4}" type="parTrans" cxnId="{4ABCCF0B-C53F-4DE2-895B-04E2D09A0135}">
      <dgm:prSet/>
      <dgm:spPr/>
      <dgm:t>
        <a:bodyPr/>
        <a:lstStyle/>
        <a:p>
          <a:endParaRPr lang="en-US"/>
        </a:p>
      </dgm:t>
    </dgm:pt>
    <dgm:pt modelId="{CA581D2D-8719-48C2-83FA-52664F39E760}" type="sibTrans" cxnId="{4ABCCF0B-C53F-4DE2-895B-04E2D09A0135}">
      <dgm:prSet/>
      <dgm:spPr/>
      <dgm:t>
        <a:bodyPr/>
        <a:lstStyle/>
        <a:p>
          <a:endParaRPr lang="en-US"/>
        </a:p>
      </dgm:t>
    </dgm:pt>
    <dgm:pt modelId="{745A12D5-F0A8-4E3A-8FD6-670C139CFFC9}">
      <dgm:prSet phldrT="[Text]" custT="1"/>
      <dgm:spPr/>
      <dgm:t>
        <a:bodyPr/>
        <a:lstStyle/>
        <a:p>
          <a:r>
            <a:rPr lang="en-US" sz="1200" dirty="0" smtClean="0"/>
            <a:t>Assign Acceptance Criteria</a:t>
          </a:r>
          <a:endParaRPr lang="en-US" sz="1200" dirty="0"/>
        </a:p>
      </dgm:t>
    </dgm:pt>
    <dgm:pt modelId="{9BA99587-EC32-4249-8862-B8663B2C4853}" type="parTrans" cxnId="{E5D49131-8181-47BA-B0F7-64551B2A39F5}">
      <dgm:prSet/>
      <dgm:spPr/>
      <dgm:t>
        <a:bodyPr/>
        <a:lstStyle/>
        <a:p>
          <a:endParaRPr lang="en-US"/>
        </a:p>
      </dgm:t>
    </dgm:pt>
    <dgm:pt modelId="{44FC6A80-956E-4720-889C-853F2268F3B8}" type="sibTrans" cxnId="{E5D49131-8181-47BA-B0F7-64551B2A39F5}">
      <dgm:prSet/>
      <dgm:spPr/>
      <dgm:t>
        <a:bodyPr/>
        <a:lstStyle/>
        <a:p>
          <a:endParaRPr lang="en-US"/>
        </a:p>
      </dgm:t>
    </dgm:pt>
    <dgm:pt modelId="{365FD91B-A995-44AB-9481-B6687F53B6AA}" type="pres">
      <dgm:prSet presAssocID="{F18B32FF-A5C0-4241-9A8D-D050300C92B6}" presName="Name0" presStyleCnt="0">
        <dgm:presLayoutVars>
          <dgm:chPref val="3"/>
          <dgm:dir/>
          <dgm:animLvl val="lvl"/>
          <dgm:resizeHandles/>
        </dgm:presLayoutVars>
      </dgm:prSet>
      <dgm:spPr/>
      <dgm:t>
        <a:bodyPr/>
        <a:lstStyle/>
        <a:p>
          <a:endParaRPr lang="en-US"/>
        </a:p>
      </dgm:t>
    </dgm:pt>
    <dgm:pt modelId="{3EAAA566-DEAF-4BC2-B23E-3864B20CAA3A}" type="pres">
      <dgm:prSet presAssocID="{451343D4-35E5-4010-B7A7-A03DF8943A8F}" presName="horFlow" presStyleCnt="0"/>
      <dgm:spPr/>
    </dgm:pt>
    <dgm:pt modelId="{B1138CC2-8F69-4840-ACDB-3B44E3B867B4}" type="pres">
      <dgm:prSet presAssocID="{451343D4-35E5-4010-B7A7-A03DF8943A8F}" presName="bigChev" presStyleLbl="node1" presStyleIdx="0" presStyleCnt="3" custScaleX="125677" custLinFactX="-35846" custLinFactNeighborX="-100000" custLinFactNeighborY="8192"/>
      <dgm:spPr/>
      <dgm:t>
        <a:bodyPr/>
        <a:lstStyle/>
        <a:p>
          <a:endParaRPr lang="en-US"/>
        </a:p>
      </dgm:t>
    </dgm:pt>
    <dgm:pt modelId="{0D14E2E0-7F5F-40C6-9FCC-BDAEDFA36E38}" type="pres">
      <dgm:prSet presAssocID="{3A6E1742-BBA2-42B6-8192-DCE38F8633BF}" presName="parTrans" presStyleCnt="0"/>
      <dgm:spPr/>
    </dgm:pt>
    <dgm:pt modelId="{28F812AC-7156-42C7-BF48-337FF8103330}" type="pres">
      <dgm:prSet presAssocID="{B78506AA-1911-4231-9F67-27AFCC405D17}" presName="node" presStyleLbl="alignAccFollowNode1" presStyleIdx="0" presStyleCnt="5" custScaleY="119484" custLinFactX="-9813" custLinFactNeighborX="-100000" custLinFactNeighborY="12574">
        <dgm:presLayoutVars>
          <dgm:bulletEnabled val="1"/>
        </dgm:presLayoutVars>
      </dgm:prSet>
      <dgm:spPr/>
      <dgm:t>
        <a:bodyPr/>
        <a:lstStyle/>
        <a:p>
          <a:endParaRPr lang="en-US"/>
        </a:p>
      </dgm:t>
    </dgm:pt>
    <dgm:pt modelId="{F7E82556-279C-4881-B0C4-7C62305A30A9}" type="pres">
      <dgm:prSet presAssocID="{451343D4-35E5-4010-B7A7-A03DF8943A8F}" presName="vSp" presStyleCnt="0"/>
      <dgm:spPr/>
    </dgm:pt>
    <dgm:pt modelId="{283C46A0-AD51-47A7-AB5C-D590B2998049}" type="pres">
      <dgm:prSet presAssocID="{7174137A-87AB-4199-8A07-D651C43A0EA8}" presName="horFlow" presStyleCnt="0"/>
      <dgm:spPr/>
    </dgm:pt>
    <dgm:pt modelId="{C12D0268-DAB5-4E01-8572-DC970F5C8638}" type="pres">
      <dgm:prSet presAssocID="{7174137A-87AB-4199-8A07-D651C43A0EA8}" presName="bigChev" presStyleLbl="node1" presStyleIdx="1" presStyleCnt="3" custLinFactX="-35846" custLinFactNeighborX="-100000" custLinFactNeighborY="-5350"/>
      <dgm:spPr/>
      <dgm:t>
        <a:bodyPr/>
        <a:lstStyle/>
        <a:p>
          <a:endParaRPr lang="en-US"/>
        </a:p>
      </dgm:t>
    </dgm:pt>
    <dgm:pt modelId="{5983469D-54B2-4B61-973F-0B49F64A0ADE}" type="pres">
      <dgm:prSet presAssocID="{C1FA0148-CBCB-462D-9291-855D085D4332}" presName="parTrans" presStyleCnt="0"/>
      <dgm:spPr/>
    </dgm:pt>
    <dgm:pt modelId="{0B4BA755-146B-4404-884D-998A2EC6631C}" type="pres">
      <dgm:prSet presAssocID="{7EA62778-7884-4CD1-A126-81CA15EDDABC}" presName="node" presStyleLbl="alignAccFollowNode1" presStyleIdx="1" presStyleCnt="5" custScaleX="123572" custLinFactX="-9472" custLinFactNeighborX="-100000" custLinFactNeighborY="-8813">
        <dgm:presLayoutVars>
          <dgm:bulletEnabled val="1"/>
        </dgm:presLayoutVars>
      </dgm:prSet>
      <dgm:spPr/>
      <dgm:t>
        <a:bodyPr/>
        <a:lstStyle/>
        <a:p>
          <a:endParaRPr lang="en-US"/>
        </a:p>
      </dgm:t>
    </dgm:pt>
    <dgm:pt modelId="{30DE5FF0-084D-4327-AB95-E3474E2EB761}" type="pres">
      <dgm:prSet presAssocID="{64F0568E-00A4-4DF6-A590-4ABCFB4A18A1}" presName="sibTrans" presStyleCnt="0"/>
      <dgm:spPr/>
    </dgm:pt>
    <dgm:pt modelId="{BE31AAA8-1EC3-4117-A602-C7323F77DB6A}" type="pres">
      <dgm:prSet presAssocID="{71082E9C-9C3B-464F-8ED9-671F53887274}" presName="node" presStyleLbl="alignAccFollowNode1" presStyleIdx="2" presStyleCnt="5" custLinFactX="-7531" custLinFactNeighborX="-100000" custLinFactNeighborY="-7976">
        <dgm:presLayoutVars>
          <dgm:bulletEnabled val="1"/>
        </dgm:presLayoutVars>
      </dgm:prSet>
      <dgm:spPr/>
      <dgm:t>
        <a:bodyPr/>
        <a:lstStyle/>
        <a:p>
          <a:endParaRPr lang="en-US"/>
        </a:p>
      </dgm:t>
    </dgm:pt>
    <dgm:pt modelId="{D72620A3-A5E4-41B9-AC4C-18B898B75621}" type="pres">
      <dgm:prSet presAssocID="{7174137A-87AB-4199-8A07-D651C43A0EA8}" presName="vSp" presStyleCnt="0"/>
      <dgm:spPr/>
    </dgm:pt>
    <dgm:pt modelId="{BAC3690E-48C0-433C-911A-1EBF80A02414}" type="pres">
      <dgm:prSet presAssocID="{EFA8A644-1BE1-4F0F-A3A3-559CAEB15304}" presName="horFlow" presStyleCnt="0"/>
      <dgm:spPr/>
    </dgm:pt>
    <dgm:pt modelId="{DAFBA44F-2E00-47E3-BE22-29813D98B7E4}" type="pres">
      <dgm:prSet presAssocID="{EFA8A644-1BE1-4F0F-A3A3-559CAEB15304}" presName="bigChev" presStyleLbl="node1" presStyleIdx="2" presStyleCnt="3" custLinFactX="-49801" custLinFactNeighborX="-100000" custLinFactNeighborY="-18840"/>
      <dgm:spPr/>
      <dgm:t>
        <a:bodyPr/>
        <a:lstStyle/>
        <a:p>
          <a:endParaRPr lang="en-US"/>
        </a:p>
      </dgm:t>
    </dgm:pt>
    <dgm:pt modelId="{3ED4069B-FDAC-4F5A-A9B1-A0AC03C2C57D}" type="pres">
      <dgm:prSet presAssocID="{CCAC7DC3-A105-45C3-A2CB-BB24F730D6E4}" presName="parTrans" presStyleCnt="0"/>
      <dgm:spPr/>
    </dgm:pt>
    <dgm:pt modelId="{7DBE2B73-D31E-4CD0-B62B-6E9D527954BA}" type="pres">
      <dgm:prSet presAssocID="{69D97C47-0F39-450A-A907-0C21648F6C80}" presName="node" presStyleLbl="alignAccFollowNode1" presStyleIdx="3" presStyleCnt="5" custLinFactX="-8880" custLinFactNeighborX="-100000" custLinFactNeighborY="-23108">
        <dgm:presLayoutVars>
          <dgm:bulletEnabled val="1"/>
        </dgm:presLayoutVars>
      </dgm:prSet>
      <dgm:spPr/>
      <dgm:t>
        <a:bodyPr/>
        <a:lstStyle/>
        <a:p>
          <a:endParaRPr lang="en-US"/>
        </a:p>
      </dgm:t>
    </dgm:pt>
    <dgm:pt modelId="{6ED18790-D3AD-459D-A9B5-F560168C3F82}" type="pres">
      <dgm:prSet presAssocID="{CA581D2D-8719-48C2-83FA-52664F39E760}" presName="sibTrans" presStyleCnt="0"/>
      <dgm:spPr/>
    </dgm:pt>
    <dgm:pt modelId="{A55E3472-290A-4EEB-9B81-DD65D0B80F6D}" type="pres">
      <dgm:prSet presAssocID="{745A12D5-F0A8-4E3A-8FD6-670C139CFFC9}" presName="node" presStyleLbl="alignAccFollowNode1" presStyleIdx="4" presStyleCnt="5" custScaleX="168275" custLinFactX="-7531" custLinFactNeighborX="-100000" custLinFactNeighborY="-26481">
        <dgm:presLayoutVars>
          <dgm:bulletEnabled val="1"/>
        </dgm:presLayoutVars>
      </dgm:prSet>
      <dgm:spPr/>
      <dgm:t>
        <a:bodyPr/>
        <a:lstStyle/>
        <a:p>
          <a:endParaRPr lang="en-US"/>
        </a:p>
      </dgm:t>
    </dgm:pt>
  </dgm:ptLst>
  <dgm:cxnLst>
    <dgm:cxn modelId="{7CB30F30-92E1-47C7-8D46-C33824CEDA3E}" type="presOf" srcId="{745A12D5-F0A8-4E3A-8FD6-670C139CFFC9}" destId="{A55E3472-290A-4EEB-9B81-DD65D0B80F6D}" srcOrd="0" destOrd="0" presId="urn:microsoft.com/office/officeart/2005/8/layout/lProcess3"/>
    <dgm:cxn modelId="{DCADDD06-A326-4270-922C-DE8522E2D9FA}" type="presOf" srcId="{7174137A-87AB-4199-8A07-D651C43A0EA8}" destId="{C12D0268-DAB5-4E01-8572-DC970F5C8638}" srcOrd="0" destOrd="0" presId="urn:microsoft.com/office/officeart/2005/8/layout/lProcess3"/>
    <dgm:cxn modelId="{39E0BD1A-17BE-42E6-B1E0-49C726FB94C3}" srcId="{451343D4-35E5-4010-B7A7-A03DF8943A8F}" destId="{B78506AA-1911-4231-9F67-27AFCC405D17}" srcOrd="0" destOrd="0" parTransId="{3A6E1742-BBA2-42B6-8192-DCE38F8633BF}" sibTransId="{104CFE2A-6DFD-4EB7-9977-A10FB254CDB8}"/>
    <dgm:cxn modelId="{DFB60728-0361-44F4-95CE-C2C477F4E3A1}" type="presOf" srcId="{EFA8A644-1BE1-4F0F-A3A3-559CAEB15304}" destId="{DAFBA44F-2E00-47E3-BE22-29813D98B7E4}" srcOrd="0" destOrd="0" presId="urn:microsoft.com/office/officeart/2005/8/layout/lProcess3"/>
    <dgm:cxn modelId="{0D525C0B-E71D-49F9-A72B-0A327A33BF86}" type="presOf" srcId="{451343D4-35E5-4010-B7A7-A03DF8943A8F}" destId="{B1138CC2-8F69-4840-ACDB-3B44E3B867B4}" srcOrd="0" destOrd="0" presId="urn:microsoft.com/office/officeart/2005/8/layout/lProcess3"/>
    <dgm:cxn modelId="{FD945F29-E5C9-49C7-AB5E-F5BF7370CD99}" type="presOf" srcId="{7EA62778-7884-4CD1-A126-81CA15EDDABC}" destId="{0B4BA755-146B-4404-884D-998A2EC6631C}" srcOrd="0" destOrd="0" presId="urn:microsoft.com/office/officeart/2005/8/layout/lProcess3"/>
    <dgm:cxn modelId="{987F7865-C7D4-4534-9293-D0FFCF51E5B0}" srcId="{F18B32FF-A5C0-4241-9A8D-D050300C92B6}" destId="{451343D4-35E5-4010-B7A7-A03DF8943A8F}" srcOrd="0" destOrd="0" parTransId="{418F3618-C712-42D8-9CA4-C129C777940C}" sibTransId="{13C9E70D-9ADA-4DCE-BE02-586B8D9A281C}"/>
    <dgm:cxn modelId="{4ABCCF0B-C53F-4DE2-895B-04E2D09A0135}" srcId="{EFA8A644-1BE1-4F0F-A3A3-559CAEB15304}" destId="{69D97C47-0F39-450A-A907-0C21648F6C80}" srcOrd="0" destOrd="0" parTransId="{CCAC7DC3-A105-45C3-A2CB-BB24F730D6E4}" sibTransId="{CA581D2D-8719-48C2-83FA-52664F39E760}"/>
    <dgm:cxn modelId="{9DBDF08A-4D3D-4F6C-B5D9-6E69FDD98397}" type="presOf" srcId="{F18B32FF-A5C0-4241-9A8D-D050300C92B6}" destId="{365FD91B-A995-44AB-9481-B6687F53B6AA}" srcOrd="0" destOrd="0" presId="urn:microsoft.com/office/officeart/2005/8/layout/lProcess3"/>
    <dgm:cxn modelId="{573FCCB7-C49D-4983-A99F-9C8D57CF861F}" srcId="{7174137A-87AB-4199-8A07-D651C43A0EA8}" destId="{71082E9C-9C3B-464F-8ED9-671F53887274}" srcOrd="1" destOrd="0" parTransId="{E6A7E15B-110C-4C07-B2BD-44FB3A8D39D2}" sibTransId="{78D88643-B2C2-4BFF-AB50-4C0E1ACD5D3E}"/>
    <dgm:cxn modelId="{BC2E0F7B-D3CB-4302-87A1-8424BCBE3334}" type="presOf" srcId="{B78506AA-1911-4231-9F67-27AFCC405D17}" destId="{28F812AC-7156-42C7-BF48-337FF8103330}" srcOrd="0" destOrd="0" presId="urn:microsoft.com/office/officeart/2005/8/layout/lProcess3"/>
    <dgm:cxn modelId="{E5D49131-8181-47BA-B0F7-64551B2A39F5}" srcId="{EFA8A644-1BE1-4F0F-A3A3-559CAEB15304}" destId="{745A12D5-F0A8-4E3A-8FD6-670C139CFFC9}" srcOrd="1" destOrd="0" parTransId="{9BA99587-EC32-4249-8862-B8663B2C4853}" sibTransId="{44FC6A80-956E-4720-889C-853F2268F3B8}"/>
    <dgm:cxn modelId="{9544080E-A02B-476C-9B66-7862FDF774DC}" srcId="{F18B32FF-A5C0-4241-9A8D-D050300C92B6}" destId="{7174137A-87AB-4199-8A07-D651C43A0EA8}" srcOrd="1" destOrd="0" parTransId="{9FFD88E2-C429-4A1C-BA8C-6C95B9270E4B}" sibTransId="{A071119F-050F-4B40-BD10-5E8AE109F0CA}"/>
    <dgm:cxn modelId="{0FEC4E04-C571-4076-990E-FCFBC748A012}" type="presOf" srcId="{71082E9C-9C3B-464F-8ED9-671F53887274}" destId="{BE31AAA8-1EC3-4117-A602-C7323F77DB6A}" srcOrd="0" destOrd="0" presId="urn:microsoft.com/office/officeart/2005/8/layout/lProcess3"/>
    <dgm:cxn modelId="{906EB675-4031-4C0B-9EE4-F9C4B682FE1F}" type="presOf" srcId="{69D97C47-0F39-450A-A907-0C21648F6C80}" destId="{7DBE2B73-D31E-4CD0-B62B-6E9D527954BA}" srcOrd="0" destOrd="0" presId="urn:microsoft.com/office/officeart/2005/8/layout/lProcess3"/>
    <dgm:cxn modelId="{BD5758AB-997F-47D7-BF51-D056D00B0ED4}" srcId="{7174137A-87AB-4199-8A07-D651C43A0EA8}" destId="{7EA62778-7884-4CD1-A126-81CA15EDDABC}" srcOrd="0" destOrd="0" parTransId="{C1FA0148-CBCB-462D-9291-855D085D4332}" sibTransId="{64F0568E-00A4-4DF6-A590-4ABCFB4A18A1}"/>
    <dgm:cxn modelId="{3B6E3B64-96D1-4BB0-986B-D600AB62612A}" srcId="{F18B32FF-A5C0-4241-9A8D-D050300C92B6}" destId="{EFA8A644-1BE1-4F0F-A3A3-559CAEB15304}" srcOrd="2" destOrd="0" parTransId="{4CC16539-145B-4BD7-8CD9-6B1EB02023D6}" sibTransId="{CD54397C-3B9C-45FD-8569-F97B06D57D97}"/>
    <dgm:cxn modelId="{743B0E6F-A194-4993-9266-68418B4D5246}" type="presParOf" srcId="{365FD91B-A995-44AB-9481-B6687F53B6AA}" destId="{3EAAA566-DEAF-4BC2-B23E-3864B20CAA3A}" srcOrd="0" destOrd="0" presId="urn:microsoft.com/office/officeart/2005/8/layout/lProcess3"/>
    <dgm:cxn modelId="{D9FA9086-D790-4641-8A18-B8C1E7B134DE}" type="presParOf" srcId="{3EAAA566-DEAF-4BC2-B23E-3864B20CAA3A}" destId="{B1138CC2-8F69-4840-ACDB-3B44E3B867B4}" srcOrd="0" destOrd="0" presId="urn:microsoft.com/office/officeart/2005/8/layout/lProcess3"/>
    <dgm:cxn modelId="{43F90F5F-367B-44A5-AC14-DB9A9557F34B}" type="presParOf" srcId="{3EAAA566-DEAF-4BC2-B23E-3864B20CAA3A}" destId="{0D14E2E0-7F5F-40C6-9FCC-BDAEDFA36E38}" srcOrd="1" destOrd="0" presId="urn:microsoft.com/office/officeart/2005/8/layout/lProcess3"/>
    <dgm:cxn modelId="{51B6E438-805F-4079-AB52-0EC7519116C4}" type="presParOf" srcId="{3EAAA566-DEAF-4BC2-B23E-3864B20CAA3A}" destId="{28F812AC-7156-42C7-BF48-337FF8103330}" srcOrd="2" destOrd="0" presId="urn:microsoft.com/office/officeart/2005/8/layout/lProcess3"/>
    <dgm:cxn modelId="{89952543-5C02-4E58-A933-D46642962E81}" type="presParOf" srcId="{365FD91B-A995-44AB-9481-B6687F53B6AA}" destId="{F7E82556-279C-4881-B0C4-7C62305A30A9}" srcOrd="1" destOrd="0" presId="urn:microsoft.com/office/officeart/2005/8/layout/lProcess3"/>
    <dgm:cxn modelId="{06309ECA-C1ED-402A-A5F1-9977BAFF5FF9}" type="presParOf" srcId="{365FD91B-A995-44AB-9481-B6687F53B6AA}" destId="{283C46A0-AD51-47A7-AB5C-D590B2998049}" srcOrd="2" destOrd="0" presId="urn:microsoft.com/office/officeart/2005/8/layout/lProcess3"/>
    <dgm:cxn modelId="{5C41C878-32BE-4F62-B05F-4E5A602A3152}" type="presParOf" srcId="{283C46A0-AD51-47A7-AB5C-D590B2998049}" destId="{C12D0268-DAB5-4E01-8572-DC970F5C8638}" srcOrd="0" destOrd="0" presId="urn:microsoft.com/office/officeart/2005/8/layout/lProcess3"/>
    <dgm:cxn modelId="{7B3098D5-B84F-4A27-B514-0D32150313B9}" type="presParOf" srcId="{283C46A0-AD51-47A7-AB5C-D590B2998049}" destId="{5983469D-54B2-4B61-973F-0B49F64A0ADE}" srcOrd="1" destOrd="0" presId="urn:microsoft.com/office/officeart/2005/8/layout/lProcess3"/>
    <dgm:cxn modelId="{41B5F47A-4F13-4BBF-8F75-0A40AF82ECA2}" type="presParOf" srcId="{283C46A0-AD51-47A7-AB5C-D590B2998049}" destId="{0B4BA755-146B-4404-884D-998A2EC6631C}" srcOrd="2" destOrd="0" presId="urn:microsoft.com/office/officeart/2005/8/layout/lProcess3"/>
    <dgm:cxn modelId="{2704011D-332D-4E25-8937-7CBD29AD58D0}" type="presParOf" srcId="{283C46A0-AD51-47A7-AB5C-D590B2998049}" destId="{30DE5FF0-084D-4327-AB95-E3474E2EB761}" srcOrd="3" destOrd="0" presId="urn:microsoft.com/office/officeart/2005/8/layout/lProcess3"/>
    <dgm:cxn modelId="{0A51D260-AF27-4D54-9E72-FE3C3760FE7E}" type="presParOf" srcId="{283C46A0-AD51-47A7-AB5C-D590B2998049}" destId="{BE31AAA8-1EC3-4117-A602-C7323F77DB6A}" srcOrd="4" destOrd="0" presId="urn:microsoft.com/office/officeart/2005/8/layout/lProcess3"/>
    <dgm:cxn modelId="{180FCE30-356C-40D0-A169-5F6AC6E38A49}" type="presParOf" srcId="{365FD91B-A995-44AB-9481-B6687F53B6AA}" destId="{D72620A3-A5E4-41B9-AC4C-18B898B75621}" srcOrd="3" destOrd="0" presId="urn:microsoft.com/office/officeart/2005/8/layout/lProcess3"/>
    <dgm:cxn modelId="{F506867F-AE77-4673-9A67-0951FF8CE73B}" type="presParOf" srcId="{365FD91B-A995-44AB-9481-B6687F53B6AA}" destId="{BAC3690E-48C0-433C-911A-1EBF80A02414}" srcOrd="4" destOrd="0" presId="urn:microsoft.com/office/officeart/2005/8/layout/lProcess3"/>
    <dgm:cxn modelId="{F8FE24F5-97B4-4995-8B3E-400E274041C2}" type="presParOf" srcId="{BAC3690E-48C0-433C-911A-1EBF80A02414}" destId="{DAFBA44F-2E00-47E3-BE22-29813D98B7E4}" srcOrd="0" destOrd="0" presId="urn:microsoft.com/office/officeart/2005/8/layout/lProcess3"/>
    <dgm:cxn modelId="{79B6A8A9-A99B-400A-8D98-1E36A1698CAF}" type="presParOf" srcId="{BAC3690E-48C0-433C-911A-1EBF80A02414}" destId="{3ED4069B-FDAC-4F5A-A9B1-A0AC03C2C57D}" srcOrd="1" destOrd="0" presId="urn:microsoft.com/office/officeart/2005/8/layout/lProcess3"/>
    <dgm:cxn modelId="{80D3E5FB-C2D0-434A-B1D9-07D2C7923FED}" type="presParOf" srcId="{BAC3690E-48C0-433C-911A-1EBF80A02414}" destId="{7DBE2B73-D31E-4CD0-B62B-6E9D527954BA}" srcOrd="2" destOrd="0" presId="urn:microsoft.com/office/officeart/2005/8/layout/lProcess3"/>
    <dgm:cxn modelId="{DB8FE946-1002-4B39-84F6-F935855C25AA}" type="presParOf" srcId="{BAC3690E-48C0-433C-911A-1EBF80A02414}" destId="{6ED18790-D3AD-459D-A9B5-F560168C3F82}" srcOrd="3" destOrd="0" presId="urn:microsoft.com/office/officeart/2005/8/layout/lProcess3"/>
    <dgm:cxn modelId="{BC56123D-E818-43D9-8A2A-2C7D586DA4E2}" type="presParOf" srcId="{BAC3690E-48C0-433C-911A-1EBF80A02414}" destId="{A55E3472-290A-4EEB-9B81-DD65D0B80F6D}" srcOrd="4" destOrd="0" presId="urn:microsoft.com/office/officeart/2005/8/layout/lProcess3"/>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18B32FF-A5C0-4241-9A8D-D050300C92B6}"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451343D4-35E5-4010-B7A7-A03DF8943A8F}">
      <dgm:prSet phldrT="[Text]" custT="1"/>
      <dgm:spPr/>
      <dgm:t>
        <a:bodyPr/>
        <a:lstStyle/>
        <a:p>
          <a:r>
            <a:rPr lang="en-US" sz="1200" dirty="0" smtClean="0"/>
            <a:t>Stand Up</a:t>
          </a:r>
          <a:endParaRPr lang="en-US" sz="1200" dirty="0"/>
        </a:p>
      </dgm:t>
    </dgm:pt>
    <dgm:pt modelId="{418F3618-C712-42D8-9CA4-C129C777940C}" type="parTrans" cxnId="{987F7865-C7D4-4534-9293-D0FFCF51E5B0}">
      <dgm:prSet/>
      <dgm:spPr/>
      <dgm:t>
        <a:bodyPr/>
        <a:lstStyle/>
        <a:p>
          <a:endParaRPr lang="en-US" sz="1200"/>
        </a:p>
      </dgm:t>
    </dgm:pt>
    <dgm:pt modelId="{13C9E70D-9ADA-4DCE-BE02-586B8D9A281C}" type="sibTrans" cxnId="{987F7865-C7D4-4534-9293-D0FFCF51E5B0}">
      <dgm:prSet/>
      <dgm:spPr/>
      <dgm:t>
        <a:bodyPr/>
        <a:lstStyle/>
        <a:p>
          <a:endParaRPr lang="en-US" sz="1200"/>
        </a:p>
      </dgm:t>
    </dgm:pt>
    <dgm:pt modelId="{B78506AA-1911-4231-9F67-27AFCC405D17}">
      <dgm:prSet phldrT="[Text]" custT="1"/>
      <dgm:spPr/>
      <dgm:t>
        <a:bodyPr/>
        <a:lstStyle/>
        <a:p>
          <a:r>
            <a:rPr lang="en-US" sz="1200" dirty="0" smtClean="0"/>
            <a:t>Status</a:t>
          </a:r>
          <a:endParaRPr lang="en-US" sz="1200" dirty="0"/>
        </a:p>
      </dgm:t>
    </dgm:pt>
    <dgm:pt modelId="{3A6E1742-BBA2-42B6-8192-DCE38F8633BF}" type="parTrans" cxnId="{39E0BD1A-17BE-42E6-B1E0-49C726FB94C3}">
      <dgm:prSet/>
      <dgm:spPr/>
      <dgm:t>
        <a:bodyPr/>
        <a:lstStyle/>
        <a:p>
          <a:endParaRPr lang="en-US" sz="1200"/>
        </a:p>
      </dgm:t>
    </dgm:pt>
    <dgm:pt modelId="{104CFE2A-6DFD-4EB7-9977-A10FB254CDB8}" type="sibTrans" cxnId="{39E0BD1A-17BE-42E6-B1E0-49C726FB94C3}">
      <dgm:prSet/>
      <dgm:spPr/>
      <dgm:t>
        <a:bodyPr/>
        <a:lstStyle/>
        <a:p>
          <a:endParaRPr lang="en-US" sz="1200"/>
        </a:p>
      </dgm:t>
    </dgm:pt>
    <dgm:pt modelId="{7174137A-87AB-4199-8A07-D651C43A0EA8}">
      <dgm:prSet phldrT="[Text]" custT="1"/>
      <dgm:spPr/>
      <dgm:t>
        <a:bodyPr/>
        <a:lstStyle/>
        <a:p>
          <a:r>
            <a:rPr lang="en-US" sz="1200" dirty="0" smtClean="0"/>
            <a:t>Testing</a:t>
          </a:r>
          <a:endParaRPr lang="en-US" sz="1200" dirty="0"/>
        </a:p>
      </dgm:t>
    </dgm:pt>
    <dgm:pt modelId="{9FFD88E2-C429-4A1C-BA8C-6C95B9270E4B}" type="parTrans" cxnId="{9544080E-A02B-476C-9B66-7862FDF774DC}">
      <dgm:prSet/>
      <dgm:spPr/>
      <dgm:t>
        <a:bodyPr/>
        <a:lstStyle/>
        <a:p>
          <a:endParaRPr lang="en-US" sz="1200"/>
        </a:p>
      </dgm:t>
    </dgm:pt>
    <dgm:pt modelId="{A071119F-050F-4B40-BD10-5E8AE109F0CA}" type="sibTrans" cxnId="{9544080E-A02B-476C-9B66-7862FDF774DC}">
      <dgm:prSet/>
      <dgm:spPr/>
      <dgm:t>
        <a:bodyPr/>
        <a:lstStyle/>
        <a:p>
          <a:endParaRPr lang="en-US" sz="1200"/>
        </a:p>
      </dgm:t>
    </dgm:pt>
    <dgm:pt modelId="{7EA62778-7884-4CD1-A126-81CA15EDDABC}">
      <dgm:prSet phldrT="[Text]" custT="1"/>
      <dgm:spPr/>
      <dgm:t>
        <a:bodyPr/>
        <a:lstStyle/>
        <a:p>
          <a:r>
            <a:rPr lang="en-US" sz="1200" dirty="0" smtClean="0"/>
            <a:t>Functional, UI </a:t>
          </a:r>
          <a:endParaRPr lang="en-US" sz="1200" dirty="0"/>
        </a:p>
      </dgm:t>
    </dgm:pt>
    <dgm:pt modelId="{C1FA0148-CBCB-462D-9291-855D085D4332}" type="parTrans" cxnId="{BD5758AB-997F-47D7-BF51-D056D00B0ED4}">
      <dgm:prSet/>
      <dgm:spPr/>
      <dgm:t>
        <a:bodyPr/>
        <a:lstStyle/>
        <a:p>
          <a:endParaRPr lang="en-US" sz="1200"/>
        </a:p>
      </dgm:t>
    </dgm:pt>
    <dgm:pt modelId="{64F0568E-00A4-4DF6-A590-4ABCFB4A18A1}" type="sibTrans" cxnId="{BD5758AB-997F-47D7-BF51-D056D00B0ED4}">
      <dgm:prSet/>
      <dgm:spPr/>
      <dgm:t>
        <a:bodyPr/>
        <a:lstStyle/>
        <a:p>
          <a:endParaRPr lang="en-US" sz="1200"/>
        </a:p>
      </dgm:t>
    </dgm:pt>
    <dgm:pt modelId="{71082E9C-9C3B-464F-8ED9-671F53887274}">
      <dgm:prSet phldrT="[Text]" custT="1"/>
      <dgm:spPr/>
      <dgm:t>
        <a:bodyPr/>
        <a:lstStyle/>
        <a:p>
          <a:r>
            <a:rPr lang="en-US" sz="1200" dirty="0" smtClean="0"/>
            <a:t>Data Validation</a:t>
          </a:r>
          <a:endParaRPr lang="en-US" sz="1200" dirty="0"/>
        </a:p>
      </dgm:t>
    </dgm:pt>
    <dgm:pt modelId="{E6A7E15B-110C-4C07-B2BD-44FB3A8D39D2}" type="parTrans" cxnId="{573FCCB7-C49D-4983-A99F-9C8D57CF861F}">
      <dgm:prSet/>
      <dgm:spPr/>
      <dgm:t>
        <a:bodyPr/>
        <a:lstStyle/>
        <a:p>
          <a:endParaRPr lang="en-US" sz="1200"/>
        </a:p>
      </dgm:t>
    </dgm:pt>
    <dgm:pt modelId="{78D88643-B2C2-4BFF-AB50-4C0E1ACD5D3E}" type="sibTrans" cxnId="{573FCCB7-C49D-4983-A99F-9C8D57CF861F}">
      <dgm:prSet/>
      <dgm:spPr/>
      <dgm:t>
        <a:bodyPr/>
        <a:lstStyle/>
        <a:p>
          <a:endParaRPr lang="en-US" sz="1200"/>
        </a:p>
      </dgm:t>
    </dgm:pt>
    <dgm:pt modelId="{EFA8A644-1BE1-4F0F-A3A3-559CAEB15304}">
      <dgm:prSet phldrT="[Text]" custT="1"/>
      <dgm:spPr/>
      <dgm:t>
        <a:bodyPr/>
        <a:lstStyle/>
        <a:p>
          <a:r>
            <a:rPr lang="en-US" sz="1200" dirty="0" smtClean="0"/>
            <a:t>Retrospective</a:t>
          </a:r>
          <a:endParaRPr lang="en-US" sz="1200" dirty="0"/>
        </a:p>
      </dgm:t>
    </dgm:pt>
    <dgm:pt modelId="{4CC16539-145B-4BD7-8CD9-6B1EB02023D6}" type="parTrans" cxnId="{3B6E3B64-96D1-4BB0-986B-D600AB62612A}">
      <dgm:prSet/>
      <dgm:spPr/>
      <dgm:t>
        <a:bodyPr/>
        <a:lstStyle/>
        <a:p>
          <a:endParaRPr lang="en-US" sz="1200"/>
        </a:p>
      </dgm:t>
    </dgm:pt>
    <dgm:pt modelId="{CD54397C-3B9C-45FD-8569-F97B06D57D97}" type="sibTrans" cxnId="{3B6E3B64-96D1-4BB0-986B-D600AB62612A}">
      <dgm:prSet/>
      <dgm:spPr/>
      <dgm:t>
        <a:bodyPr/>
        <a:lstStyle/>
        <a:p>
          <a:endParaRPr lang="en-US" sz="1200"/>
        </a:p>
      </dgm:t>
    </dgm:pt>
    <dgm:pt modelId="{69D97C47-0F39-450A-A907-0C21648F6C80}">
      <dgm:prSet phldrT="[Text]" custT="1"/>
      <dgm:spPr/>
      <dgm:t>
        <a:bodyPr/>
        <a:lstStyle/>
        <a:p>
          <a:r>
            <a:rPr lang="en-US" sz="1200" dirty="0" smtClean="0"/>
            <a:t>Keep Doing</a:t>
          </a:r>
          <a:endParaRPr lang="en-US" sz="1200" dirty="0"/>
        </a:p>
      </dgm:t>
    </dgm:pt>
    <dgm:pt modelId="{CCAC7DC3-A105-45C3-A2CB-BB24F730D6E4}" type="parTrans" cxnId="{4ABCCF0B-C53F-4DE2-895B-04E2D09A0135}">
      <dgm:prSet/>
      <dgm:spPr/>
      <dgm:t>
        <a:bodyPr/>
        <a:lstStyle/>
        <a:p>
          <a:endParaRPr lang="en-US" sz="1200"/>
        </a:p>
      </dgm:t>
    </dgm:pt>
    <dgm:pt modelId="{CA581D2D-8719-48C2-83FA-52664F39E760}" type="sibTrans" cxnId="{4ABCCF0B-C53F-4DE2-895B-04E2D09A0135}">
      <dgm:prSet/>
      <dgm:spPr/>
      <dgm:t>
        <a:bodyPr/>
        <a:lstStyle/>
        <a:p>
          <a:endParaRPr lang="en-US" sz="1200"/>
        </a:p>
      </dgm:t>
    </dgm:pt>
    <dgm:pt modelId="{745A12D5-F0A8-4E3A-8FD6-670C139CFFC9}">
      <dgm:prSet phldrT="[Text]" custT="1"/>
      <dgm:spPr/>
      <dgm:t>
        <a:bodyPr/>
        <a:lstStyle/>
        <a:p>
          <a:r>
            <a:rPr lang="en-US" sz="1200" dirty="0" smtClean="0"/>
            <a:t>Start Doing</a:t>
          </a:r>
          <a:endParaRPr lang="en-US" sz="1200" dirty="0"/>
        </a:p>
      </dgm:t>
    </dgm:pt>
    <dgm:pt modelId="{9BA99587-EC32-4249-8862-B8663B2C4853}" type="parTrans" cxnId="{E5D49131-8181-47BA-B0F7-64551B2A39F5}">
      <dgm:prSet/>
      <dgm:spPr/>
      <dgm:t>
        <a:bodyPr/>
        <a:lstStyle/>
        <a:p>
          <a:endParaRPr lang="en-US" sz="1200"/>
        </a:p>
      </dgm:t>
    </dgm:pt>
    <dgm:pt modelId="{44FC6A80-956E-4720-889C-853F2268F3B8}" type="sibTrans" cxnId="{E5D49131-8181-47BA-B0F7-64551B2A39F5}">
      <dgm:prSet/>
      <dgm:spPr/>
      <dgm:t>
        <a:bodyPr/>
        <a:lstStyle/>
        <a:p>
          <a:endParaRPr lang="en-US" sz="1200"/>
        </a:p>
      </dgm:t>
    </dgm:pt>
    <dgm:pt modelId="{365FD91B-A995-44AB-9481-B6687F53B6AA}" type="pres">
      <dgm:prSet presAssocID="{F18B32FF-A5C0-4241-9A8D-D050300C92B6}" presName="Name0" presStyleCnt="0">
        <dgm:presLayoutVars>
          <dgm:chPref val="3"/>
          <dgm:dir/>
          <dgm:animLvl val="lvl"/>
          <dgm:resizeHandles/>
        </dgm:presLayoutVars>
      </dgm:prSet>
      <dgm:spPr/>
      <dgm:t>
        <a:bodyPr/>
        <a:lstStyle/>
        <a:p>
          <a:endParaRPr lang="en-US"/>
        </a:p>
      </dgm:t>
    </dgm:pt>
    <dgm:pt modelId="{3EAAA566-DEAF-4BC2-B23E-3864B20CAA3A}" type="pres">
      <dgm:prSet presAssocID="{451343D4-35E5-4010-B7A7-A03DF8943A8F}" presName="horFlow" presStyleCnt="0"/>
      <dgm:spPr/>
    </dgm:pt>
    <dgm:pt modelId="{B1138CC2-8F69-4840-ACDB-3B44E3B867B4}" type="pres">
      <dgm:prSet presAssocID="{451343D4-35E5-4010-B7A7-A03DF8943A8F}" presName="bigChev" presStyleLbl="node1" presStyleIdx="0" presStyleCnt="3" custScaleX="79840" custLinFactX="-35846" custLinFactNeighborX="-100000" custLinFactNeighborY="8192"/>
      <dgm:spPr/>
      <dgm:t>
        <a:bodyPr/>
        <a:lstStyle/>
        <a:p>
          <a:endParaRPr lang="en-US"/>
        </a:p>
      </dgm:t>
    </dgm:pt>
    <dgm:pt modelId="{0D14E2E0-7F5F-40C6-9FCC-BDAEDFA36E38}" type="pres">
      <dgm:prSet presAssocID="{3A6E1742-BBA2-42B6-8192-DCE38F8633BF}" presName="parTrans" presStyleCnt="0"/>
      <dgm:spPr/>
    </dgm:pt>
    <dgm:pt modelId="{28F812AC-7156-42C7-BF48-337FF8103330}" type="pres">
      <dgm:prSet presAssocID="{B78506AA-1911-4231-9F67-27AFCC405D17}" presName="node" presStyleLbl="alignAccFollowNode1" presStyleIdx="0" presStyleCnt="5" custScaleX="93186" custLinFactX="-20606" custLinFactNeighborX="-100000" custLinFactNeighborY="9201">
        <dgm:presLayoutVars>
          <dgm:bulletEnabled val="1"/>
        </dgm:presLayoutVars>
      </dgm:prSet>
      <dgm:spPr/>
      <dgm:t>
        <a:bodyPr/>
        <a:lstStyle/>
        <a:p>
          <a:endParaRPr lang="en-US"/>
        </a:p>
      </dgm:t>
    </dgm:pt>
    <dgm:pt modelId="{F7E82556-279C-4881-B0C4-7C62305A30A9}" type="pres">
      <dgm:prSet presAssocID="{451343D4-35E5-4010-B7A7-A03DF8943A8F}" presName="vSp" presStyleCnt="0"/>
      <dgm:spPr/>
    </dgm:pt>
    <dgm:pt modelId="{283C46A0-AD51-47A7-AB5C-D590B2998049}" type="pres">
      <dgm:prSet presAssocID="{7174137A-87AB-4199-8A07-D651C43A0EA8}" presName="horFlow" presStyleCnt="0"/>
      <dgm:spPr/>
    </dgm:pt>
    <dgm:pt modelId="{C12D0268-DAB5-4E01-8572-DC970F5C8638}" type="pres">
      <dgm:prSet presAssocID="{7174137A-87AB-4199-8A07-D651C43A0EA8}" presName="bigChev" presStyleLbl="node1" presStyleIdx="1" presStyleCnt="3" custLinFactX="-50489" custLinFactNeighborX="-100000" custLinFactNeighborY="-10950"/>
      <dgm:spPr/>
      <dgm:t>
        <a:bodyPr/>
        <a:lstStyle/>
        <a:p>
          <a:endParaRPr lang="en-US"/>
        </a:p>
      </dgm:t>
    </dgm:pt>
    <dgm:pt modelId="{5983469D-54B2-4B61-973F-0B49F64A0ADE}" type="pres">
      <dgm:prSet presAssocID="{C1FA0148-CBCB-462D-9291-855D085D4332}" presName="parTrans" presStyleCnt="0"/>
      <dgm:spPr/>
    </dgm:pt>
    <dgm:pt modelId="{0B4BA755-146B-4404-884D-998A2EC6631C}" type="pres">
      <dgm:prSet presAssocID="{7EA62778-7884-4CD1-A126-81CA15EDDABC}" presName="node" presStyleLbl="alignAccFollowNode1" presStyleIdx="1" presStyleCnt="5" custScaleX="113462" custLinFactX="-20264" custLinFactNeighborX="-100000" custLinFactNeighborY="-12186">
        <dgm:presLayoutVars>
          <dgm:bulletEnabled val="1"/>
        </dgm:presLayoutVars>
      </dgm:prSet>
      <dgm:spPr/>
      <dgm:t>
        <a:bodyPr/>
        <a:lstStyle/>
        <a:p>
          <a:endParaRPr lang="en-US"/>
        </a:p>
      </dgm:t>
    </dgm:pt>
    <dgm:pt modelId="{30DE5FF0-084D-4327-AB95-E3474E2EB761}" type="pres">
      <dgm:prSet presAssocID="{64F0568E-00A4-4DF6-A590-4ABCFB4A18A1}" presName="sibTrans" presStyleCnt="0"/>
      <dgm:spPr/>
    </dgm:pt>
    <dgm:pt modelId="{BE31AAA8-1EC3-4117-A602-C7323F77DB6A}" type="pres">
      <dgm:prSet presAssocID="{71082E9C-9C3B-464F-8ED9-671F53887274}" presName="node" presStyleLbl="alignAccFollowNode1" presStyleIdx="2" presStyleCnt="5" custScaleX="133866" custLinFactX="-21021" custLinFactNeighborX="-100000" custLinFactNeighborY="-11349">
        <dgm:presLayoutVars>
          <dgm:bulletEnabled val="1"/>
        </dgm:presLayoutVars>
      </dgm:prSet>
      <dgm:spPr/>
      <dgm:t>
        <a:bodyPr/>
        <a:lstStyle/>
        <a:p>
          <a:endParaRPr lang="en-US"/>
        </a:p>
      </dgm:t>
    </dgm:pt>
    <dgm:pt modelId="{D72620A3-A5E4-41B9-AC4C-18B898B75621}" type="pres">
      <dgm:prSet presAssocID="{7174137A-87AB-4199-8A07-D651C43A0EA8}" presName="vSp" presStyleCnt="0"/>
      <dgm:spPr/>
    </dgm:pt>
    <dgm:pt modelId="{BAC3690E-48C0-433C-911A-1EBF80A02414}" type="pres">
      <dgm:prSet presAssocID="{EFA8A644-1BE1-4F0F-A3A3-559CAEB15304}" presName="horFlow" presStyleCnt="0"/>
      <dgm:spPr/>
    </dgm:pt>
    <dgm:pt modelId="{DAFBA44F-2E00-47E3-BE22-29813D98B7E4}" type="pres">
      <dgm:prSet presAssocID="{EFA8A644-1BE1-4F0F-A3A3-559CAEB15304}" presName="bigChev" presStyleLbl="node1" presStyleIdx="2" presStyleCnt="3" custScaleX="124003" custLinFactX="-49801" custLinFactNeighborX="-100000" custLinFactNeighborY="-18840"/>
      <dgm:spPr/>
      <dgm:t>
        <a:bodyPr/>
        <a:lstStyle/>
        <a:p>
          <a:endParaRPr lang="en-US"/>
        </a:p>
      </dgm:t>
    </dgm:pt>
    <dgm:pt modelId="{3ED4069B-FDAC-4F5A-A9B1-A0AC03C2C57D}" type="pres">
      <dgm:prSet presAssocID="{CCAC7DC3-A105-45C3-A2CB-BB24F730D6E4}" presName="parTrans" presStyleCnt="0"/>
      <dgm:spPr/>
    </dgm:pt>
    <dgm:pt modelId="{7DBE2B73-D31E-4CD0-B62B-6E9D527954BA}" type="pres">
      <dgm:prSet presAssocID="{69D97C47-0F39-450A-A907-0C21648F6C80}" presName="node" presStyleLbl="alignAccFollowNode1" presStyleIdx="3" presStyleCnt="5" custLinFactX="-21019" custLinFactNeighborX="-100000" custLinFactNeighborY="-19735">
        <dgm:presLayoutVars>
          <dgm:bulletEnabled val="1"/>
        </dgm:presLayoutVars>
      </dgm:prSet>
      <dgm:spPr/>
      <dgm:t>
        <a:bodyPr/>
        <a:lstStyle/>
        <a:p>
          <a:endParaRPr lang="en-US"/>
        </a:p>
      </dgm:t>
    </dgm:pt>
    <dgm:pt modelId="{6ED18790-D3AD-459D-A9B5-F560168C3F82}" type="pres">
      <dgm:prSet presAssocID="{CA581D2D-8719-48C2-83FA-52664F39E760}" presName="sibTrans" presStyleCnt="0"/>
      <dgm:spPr/>
    </dgm:pt>
    <dgm:pt modelId="{A55E3472-290A-4EEB-9B81-DD65D0B80F6D}" type="pres">
      <dgm:prSet presAssocID="{745A12D5-F0A8-4E3A-8FD6-670C139CFFC9}" presName="node" presStyleLbl="alignAccFollowNode1" presStyleIdx="4" presStyleCnt="5" custLinFactX="-19669" custLinFactNeighborX="-100000" custLinFactNeighborY="-19735">
        <dgm:presLayoutVars>
          <dgm:bulletEnabled val="1"/>
        </dgm:presLayoutVars>
      </dgm:prSet>
      <dgm:spPr/>
      <dgm:t>
        <a:bodyPr/>
        <a:lstStyle/>
        <a:p>
          <a:endParaRPr lang="en-US"/>
        </a:p>
      </dgm:t>
    </dgm:pt>
  </dgm:ptLst>
  <dgm:cxnLst>
    <dgm:cxn modelId="{39E0BD1A-17BE-42E6-B1E0-49C726FB94C3}" srcId="{451343D4-35E5-4010-B7A7-A03DF8943A8F}" destId="{B78506AA-1911-4231-9F67-27AFCC405D17}" srcOrd="0" destOrd="0" parTransId="{3A6E1742-BBA2-42B6-8192-DCE38F8633BF}" sibTransId="{104CFE2A-6DFD-4EB7-9977-A10FB254CDB8}"/>
    <dgm:cxn modelId="{1991F317-65A8-4EC7-BF48-B0815AF1597D}" type="presOf" srcId="{7EA62778-7884-4CD1-A126-81CA15EDDABC}" destId="{0B4BA755-146B-4404-884D-998A2EC6631C}" srcOrd="0" destOrd="0" presId="urn:microsoft.com/office/officeart/2005/8/layout/lProcess3"/>
    <dgm:cxn modelId="{F12B7C4D-72C9-4E84-A28B-91982AC18159}" type="presOf" srcId="{7174137A-87AB-4199-8A07-D651C43A0EA8}" destId="{C12D0268-DAB5-4E01-8572-DC970F5C8638}" srcOrd="0" destOrd="0" presId="urn:microsoft.com/office/officeart/2005/8/layout/lProcess3"/>
    <dgm:cxn modelId="{8F29025B-E454-4419-B9F3-89005C135DCA}" type="presOf" srcId="{69D97C47-0F39-450A-A907-0C21648F6C80}" destId="{7DBE2B73-D31E-4CD0-B62B-6E9D527954BA}" srcOrd="0" destOrd="0" presId="urn:microsoft.com/office/officeart/2005/8/layout/lProcess3"/>
    <dgm:cxn modelId="{987F7865-C7D4-4534-9293-D0FFCF51E5B0}" srcId="{F18B32FF-A5C0-4241-9A8D-D050300C92B6}" destId="{451343D4-35E5-4010-B7A7-A03DF8943A8F}" srcOrd="0" destOrd="0" parTransId="{418F3618-C712-42D8-9CA4-C129C777940C}" sibTransId="{13C9E70D-9ADA-4DCE-BE02-586B8D9A281C}"/>
    <dgm:cxn modelId="{FC285697-222C-4B54-BB72-E00003875C65}" type="presOf" srcId="{451343D4-35E5-4010-B7A7-A03DF8943A8F}" destId="{B1138CC2-8F69-4840-ACDB-3B44E3B867B4}" srcOrd="0" destOrd="0" presId="urn:microsoft.com/office/officeart/2005/8/layout/lProcess3"/>
    <dgm:cxn modelId="{4ABCCF0B-C53F-4DE2-895B-04E2D09A0135}" srcId="{EFA8A644-1BE1-4F0F-A3A3-559CAEB15304}" destId="{69D97C47-0F39-450A-A907-0C21648F6C80}" srcOrd="0" destOrd="0" parTransId="{CCAC7DC3-A105-45C3-A2CB-BB24F730D6E4}" sibTransId="{CA581D2D-8719-48C2-83FA-52664F39E760}"/>
    <dgm:cxn modelId="{573FCCB7-C49D-4983-A99F-9C8D57CF861F}" srcId="{7174137A-87AB-4199-8A07-D651C43A0EA8}" destId="{71082E9C-9C3B-464F-8ED9-671F53887274}" srcOrd="1" destOrd="0" parTransId="{E6A7E15B-110C-4C07-B2BD-44FB3A8D39D2}" sibTransId="{78D88643-B2C2-4BFF-AB50-4C0E1ACD5D3E}"/>
    <dgm:cxn modelId="{E5D49131-8181-47BA-B0F7-64551B2A39F5}" srcId="{EFA8A644-1BE1-4F0F-A3A3-559CAEB15304}" destId="{745A12D5-F0A8-4E3A-8FD6-670C139CFFC9}" srcOrd="1" destOrd="0" parTransId="{9BA99587-EC32-4249-8862-B8663B2C4853}" sibTransId="{44FC6A80-956E-4720-889C-853F2268F3B8}"/>
    <dgm:cxn modelId="{9544080E-A02B-476C-9B66-7862FDF774DC}" srcId="{F18B32FF-A5C0-4241-9A8D-D050300C92B6}" destId="{7174137A-87AB-4199-8A07-D651C43A0EA8}" srcOrd="1" destOrd="0" parTransId="{9FFD88E2-C429-4A1C-BA8C-6C95B9270E4B}" sibTransId="{A071119F-050F-4B40-BD10-5E8AE109F0CA}"/>
    <dgm:cxn modelId="{3F010ED4-FA58-47EA-9D9A-5596BD327EED}" type="presOf" srcId="{71082E9C-9C3B-464F-8ED9-671F53887274}" destId="{BE31AAA8-1EC3-4117-A602-C7323F77DB6A}" srcOrd="0" destOrd="0" presId="urn:microsoft.com/office/officeart/2005/8/layout/lProcess3"/>
    <dgm:cxn modelId="{15D5AA9E-2489-41F1-BE80-F6950B90B1BA}" type="presOf" srcId="{EFA8A644-1BE1-4F0F-A3A3-559CAEB15304}" destId="{DAFBA44F-2E00-47E3-BE22-29813D98B7E4}" srcOrd="0" destOrd="0" presId="urn:microsoft.com/office/officeart/2005/8/layout/lProcess3"/>
    <dgm:cxn modelId="{BD5758AB-997F-47D7-BF51-D056D00B0ED4}" srcId="{7174137A-87AB-4199-8A07-D651C43A0EA8}" destId="{7EA62778-7884-4CD1-A126-81CA15EDDABC}" srcOrd="0" destOrd="0" parTransId="{C1FA0148-CBCB-462D-9291-855D085D4332}" sibTransId="{64F0568E-00A4-4DF6-A590-4ABCFB4A18A1}"/>
    <dgm:cxn modelId="{DB4BD7F0-D82C-4870-A424-B78D52E419F4}" type="presOf" srcId="{F18B32FF-A5C0-4241-9A8D-D050300C92B6}" destId="{365FD91B-A995-44AB-9481-B6687F53B6AA}" srcOrd="0" destOrd="0" presId="urn:microsoft.com/office/officeart/2005/8/layout/lProcess3"/>
    <dgm:cxn modelId="{3B6E3B64-96D1-4BB0-986B-D600AB62612A}" srcId="{F18B32FF-A5C0-4241-9A8D-D050300C92B6}" destId="{EFA8A644-1BE1-4F0F-A3A3-559CAEB15304}" srcOrd="2" destOrd="0" parTransId="{4CC16539-145B-4BD7-8CD9-6B1EB02023D6}" sibTransId="{CD54397C-3B9C-45FD-8569-F97B06D57D97}"/>
    <dgm:cxn modelId="{26B29813-FD81-4684-A84D-DD6CDE09A192}" type="presOf" srcId="{745A12D5-F0A8-4E3A-8FD6-670C139CFFC9}" destId="{A55E3472-290A-4EEB-9B81-DD65D0B80F6D}" srcOrd="0" destOrd="0" presId="urn:microsoft.com/office/officeart/2005/8/layout/lProcess3"/>
    <dgm:cxn modelId="{DB043B01-E8C1-44C9-9721-2DECC5ED687E}" type="presOf" srcId="{B78506AA-1911-4231-9F67-27AFCC405D17}" destId="{28F812AC-7156-42C7-BF48-337FF8103330}" srcOrd="0" destOrd="0" presId="urn:microsoft.com/office/officeart/2005/8/layout/lProcess3"/>
    <dgm:cxn modelId="{00BB37BA-F68F-46CD-98B8-D9B0A82F13AD}" type="presParOf" srcId="{365FD91B-A995-44AB-9481-B6687F53B6AA}" destId="{3EAAA566-DEAF-4BC2-B23E-3864B20CAA3A}" srcOrd="0" destOrd="0" presId="urn:microsoft.com/office/officeart/2005/8/layout/lProcess3"/>
    <dgm:cxn modelId="{025E3BDD-5F22-422A-BE05-23BADAD96114}" type="presParOf" srcId="{3EAAA566-DEAF-4BC2-B23E-3864B20CAA3A}" destId="{B1138CC2-8F69-4840-ACDB-3B44E3B867B4}" srcOrd="0" destOrd="0" presId="urn:microsoft.com/office/officeart/2005/8/layout/lProcess3"/>
    <dgm:cxn modelId="{C87110E3-A010-4F7B-A60C-E8933BEA235B}" type="presParOf" srcId="{3EAAA566-DEAF-4BC2-B23E-3864B20CAA3A}" destId="{0D14E2E0-7F5F-40C6-9FCC-BDAEDFA36E38}" srcOrd="1" destOrd="0" presId="urn:microsoft.com/office/officeart/2005/8/layout/lProcess3"/>
    <dgm:cxn modelId="{A046F61F-F75D-443C-B92C-98097EE25086}" type="presParOf" srcId="{3EAAA566-DEAF-4BC2-B23E-3864B20CAA3A}" destId="{28F812AC-7156-42C7-BF48-337FF8103330}" srcOrd="2" destOrd="0" presId="urn:microsoft.com/office/officeart/2005/8/layout/lProcess3"/>
    <dgm:cxn modelId="{317A78CD-4530-4602-AD50-7E6C49B6A925}" type="presParOf" srcId="{365FD91B-A995-44AB-9481-B6687F53B6AA}" destId="{F7E82556-279C-4881-B0C4-7C62305A30A9}" srcOrd="1" destOrd="0" presId="urn:microsoft.com/office/officeart/2005/8/layout/lProcess3"/>
    <dgm:cxn modelId="{845AFBA6-05F5-460D-98E4-CC445F9F06F7}" type="presParOf" srcId="{365FD91B-A995-44AB-9481-B6687F53B6AA}" destId="{283C46A0-AD51-47A7-AB5C-D590B2998049}" srcOrd="2" destOrd="0" presId="urn:microsoft.com/office/officeart/2005/8/layout/lProcess3"/>
    <dgm:cxn modelId="{35FC2C82-6448-42CA-8422-0E7029DEEDCB}" type="presParOf" srcId="{283C46A0-AD51-47A7-AB5C-D590B2998049}" destId="{C12D0268-DAB5-4E01-8572-DC970F5C8638}" srcOrd="0" destOrd="0" presId="urn:microsoft.com/office/officeart/2005/8/layout/lProcess3"/>
    <dgm:cxn modelId="{B832423C-F25F-490D-8EC9-F68E0C3D6FAA}" type="presParOf" srcId="{283C46A0-AD51-47A7-AB5C-D590B2998049}" destId="{5983469D-54B2-4B61-973F-0B49F64A0ADE}" srcOrd="1" destOrd="0" presId="urn:microsoft.com/office/officeart/2005/8/layout/lProcess3"/>
    <dgm:cxn modelId="{ED5FF760-82BD-4236-A427-3413B88E4CEA}" type="presParOf" srcId="{283C46A0-AD51-47A7-AB5C-D590B2998049}" destId="{0B4BA755-146B-4404-884D-998A2EC6631C}" srcOrd="2" destOrd="0" presId="urn:microsoft.com/office/officeart/2005/8/layout/lProcess3"/>
    <dgm:cxn modelId="{44FC62AE-7102-4559-8368-B587848E1A5E}" type="presParOf" srcId="{283C46A0-AD51-47A7-AB5C-D590B2998049}" destId="{30DE5FF0-084D-4327-AB95-E3474E2EB761}" srcOrd="3" destOrd="0" presId="urn:microsoft.com/office/officeart/2005/8/layout/lProcess3"/>
    <dgm:cxn modelId="{FF42A18E-BA98-41E4-9D90-8D0143EAAE0C}" type="presParOf" srcId="{283C46A0-AD51-47A7-AB5C-D590B2998049}" destId="{BE31AAA8-1EC3-4117-A602-C7323F77DB6A}" srcOrd="4" destOrd="0" presId="urn:microsoft.com/office/officeart/2005/8/layout/lProcess3"/>
    <dgm:cxn modelId="{1560A078-0AC2-4537-87F9-0F325F40A6B8}" type="presParOf" srcId="{365FD91B-A995-44AB-9481-B6687F53B6AA}" destId="{D72620A3-A5E4-41B9-AC4C-18B898B75621}" srcOrd="3" destOrd="0" presId="urn:microsoft.com/office/officeart/2005/8/layout/lProcess3"/>
    <dgm:cxn modelId="{26074A1F-8EA1-419C-8EE6-AD8EBB9FBFB3}" type="presParOf" srcId="{365FD91B-A995-44AB-9481-B6687F53B6AA}" destId="{BAC3690E-48C0-433C-911A-1EBF80A02414}" srcOrd="4" destOrd="0" presId="urn:microsoft.com/office/officeart/2005/8/layout/lProcess3"/>
    <dgm:cxn modelId="{E803EA65-E85D-4F1F-B380-E8FDBDC7A51B}" type="presParOf" srcId="{BAC3690E-48C0-433C-911A-1EBF80A02414}" destId="{DAFBA44F-2E00-47E3-BE22-29813D98B7E4}" srcOrd="0" destOrd="0" presId="urn:microsoft.com/office/officeart/2005/8/layout/lProcess3"/>
    <dgm:cxn modelId="{A07D3802-B2B3-4514-9557-C79FFEE36B53}" type="presParOf" srcId="{BAC3690E-48C0-433C-911A-1EBF80A02414}" destId="{3ED4069B-FDAC-4F5A-A9B1-A0AC03C2C57D}" srcOrd="1" destOrd="0" presId="urn:microsoft.com/office/officeart/2005/8/layout/lProcess3"/>
    <dgm:cxn modelId="{468C770B-9797-478A-ADA6-2FF6894C7637}" type="presParOf" srcId="{BAC3690E-48C0-433C-911A-1EBF80A02414}" destId="{7DBE2B73-D31E-4CD0-B62B-6E9D527954BA}" srcOrd="2" destOrd="0" presId="urn:microsoft.com/office/officeart/2005/8/layout/lProcess3"/>
    <dgm:cxn modelId="{CFB46C91-0421-41E1-A910-71EC2F4865B6}" type="presParOf" srcId="{BAC3690E-48C0-433C-911A-1EBF80A02414}" destId="{6ED18790-D3AD-459D-A9B5-F560168C3F82}" srcOrd="3" destOrd="0" presId="urn:microsoft.com/office/officeart/2005/8/layout/lProcess3"/>
    <dgm:cxn modelId="{C734DE15-3C7A-43C1-B470-B02E06ACE3C0}" type="presParOf" srcId="{BAC3690E-48C0-433C-911A-1EBF80A02414}" destId="{A55E3472-290A-4EEB-9B81-DD65D0B80F6D}" srcOrd="4" destOrd="0" presId="urn:microsoft.com/office/officeart/2005/8/layout/lProcess3"/>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A45BFE7-951A-424C-A039-CAD533C71E89}" type="doc">
      <dgm:prSet loTypeId="urn:microsoft.com/office/officeart/2008/layout/SquareAccentList" loCatId="list" qsTypeId="urn:microsoft.com/office/officeart/2005/8/quickstyle/simple2" qsCatId="simple" csTypeId="urn:microsoft.com/office/officeart/2005/8/colors/accent1_2" csCatId="accent1" phldr="1"/>
      <dgm:spPr/>
      <dgm:t>
        <a:bodyPr/>
        <a:lstStyle/>
        <a:p>
          <a:endParaRPr lang="en-US"/>
        </a:p>
      </dgm:t>
    </dgm:pt>
    <dgm:pt modelId="{11A38751-57F0-4E64-9434-CD0865676040}">
      <dgm:prSet phldrT="[Text]" custT="1"/>
      <dgm:spPr/>
      <dgm:t>
        <a:bodyPr/>
        <a:lstStyle/>
        <a:p>
          <a:r>
            <a:rPr lang="en-US" sz="1800" b="1" dirty="0" smtClean="0"/>
            <a:t>Project</a:t>
          </a:r>
          <a:endParaRPr lang="en-US" sz="1800" b="1" dirty="0"/>
        </a:p>
      </dgm:t>
    </dgm:pt>
    <dgm:pt modelId="{F681BB38-3810-491A-AC78-B3CF927B23BA}" type="parTrans" cxnId="{717562B5-1F42-479C-90AD-5B1B96CE8C1A}">
      <dgm:prSet/>
      <dgm:spPr/>
      <dgm:t>
        <a:bodyPr/>
        <a:lstStyle/>
        <a:p>
          <a:endParaRPr lang="en-US"/>
        </a:p>
      </dgm:t>
    </dgm:pt>
    <dgm:pt modelId="{ED501282-0C96-4BFC-917F-A4503C2D491B}" type="sibTrans" cxnId="{717562B5-1F42-479C-90AD-5B1B96CE8C1A}">
      <dgm:prSet/>
      <dgm:spPr/>
      <dgm:t>
        <a:bodyPr/>
        <a:lstStyle/>
        <a:p>
          <a:endParaRPr lang="en-US"/>
        </a:p>
      </dgm:t>
    </dgm:pt>
    <dgm:pt modelId="{AF45D2B7-7577-437A-8FF2-2781216A4165}">
      <dgm:prSet phldrT="[Text]" custT="1"/>
      <dgm:spPr/>
      <dgm:t>
        <a:bodyPr/>
        <a:lstStyle/>
        <a:p>
          <a:r>
            <a:rPr lang="en-US" sz="1800" b="1" dirty="0" smtClean="0"/>
            <a:t>Challenge	</a:t>
          </a:r>
          <a:endParaRPr lang="en-US" sz="1800" b="1" dirty="0"/>
        </a:p>
      </dgm:t>
    </dgm:pt>
    <dgm:pt modelId="{A677D1E8-57D3-4317-A829-251EEC3E5DAD}" type="parTrans" cxnId="{B7DD90F5-B401-44C9-9248-D04E8431D30E}">
      <dgm:prSet/>
      <dgm:spPr/>
      <dgm:t>
        <a:bodyPr/>
        <a:lstStyle/>
        <a:p>
          <a:endParaRPr lang="en-US"/>
        </a:p>
      </dgm:t>
    </dgm:pt>
    <dgm:pt modelId="{FB8084E3-126D-4604-BE9E-C880A4D89B9E}" type="sibTrans" cxnId="{B7DD90F5-B401-44C9-9248-D04E8431D30E}">
      <dgm:prSet/>
      <dgm:spPr/>
      <dgm:t>
        <a:bodyPr/>
        <a:lstStyle/>
        <a:p>
          <a:endParaRPr lang="en-US"/>
        </a:p>
      </dgm:t>
    </dgm:pt>
    <dgm:pt modelId="{1F048A5F-124B-4ED8-814F-2D60076672D1}">
      <dgm:prSet phldrT="[Text]" custT="1"/>
      <dgm:spPr/>
      <dgm:t>
        <a:bodyPr/>
        <a:lstStyle/>
        <a:p>
          <a:r>
            <a:rPr lang="en-US" sz="1800" b="1" dirty="0" smtClean="0"/>
            <a:t>Solution</a:t>
          </a:r>
          <a:endParaRPr lang="en-US" sz="1800" b="1" dirty="0"/>
        </a:p>
      </dgm:t>
    </dgm:pt>
    <dgm:pt modelId="{F124A311-EA87-469B-BE1D-E051B231B80C}" type="parTrans" cxnId="{79F394AB-0790-477A-9D60-3BFB9C1429FC}">
      <dgm:prSet/>
      <dgm:spPr/>
      <dgm:t>
        <a:bodyPr/>
        <a:lstStyle/>
        <a:p>
          <a:endParaRPr lang="en-US"/>
        </a:p>
      </dgm:t>
    </dgm:pt>
    <dgm:pt modelId="{9B853A7C-A45D-4376-9B20-FE58291BB826}" type="sibTrans" cxnId="{79F394AB-0790-477A-9D60-3BFB9C1429FC}">
      <dgm:prSet/>
      <dgm:spPr/>
      <dgm:t>
        <a:bodyPr/>
        <a:lstStyle/>
        <a:p>
          <a:endParaRPr lang="en-US"/>
        </a:p>
      </dgm:t>
    </dgm:pt>
    <dgm:pt modelId="{DFB2ACFF-26FE-4AD8-B84D-C90F1486264D}">
      <dgm:prSet phldrT="[Text]" custT="1"/>
      <dgm:spPr/>
      <dgm:t>
        <a:bodyPr/>
        <a:lstStyle/>
        <a:p>
          <a:r>
            <a:rPr lang="en-US" sz="1400" u="none" strike="noStrike" dirty="0" smtClean="0">
              <a:effectLst/>
            </a:rPr>
            <a:t>No Dedicated Test Database available to test against stable build for APA reports</a:t>
          </a:r>
          <a:endParaRPr lang="en-US" sz="1400" dirty="0"/>
        </a:p>
      </dgm:t>
    </dgm:pt>
    <dgm:pt modelId="{FB325597-1A91-4162-989F-B3F9879D07C6}" type="parTrans" cxnId="{CCD9AE4B-513D-410C-8878-7FF24FDE83D3}">
      <dgm:prSet/>
      <dgm:spPr/>
      <dgm:t>
        <a:bodyPr/>
        <a:lstStyle/>
        <a:p>
          <a:endParaRPr lang="en-US"/>
        </a:p>
      </dgm:t>
    </dgm:pt>
    <dgm:pt modelId="{46F2C6E2-6F34-4F9A-9852-4860602360C7}" type="sibTrans" cxnId="{CCD9AE4B-513D-410C-8878-7FF24FDE83D3}">
      <dgm:prSet/>
      <dgm:spPr/>
      <dgm:t>
        <a:bodyPr/>
        <a:lstStyle/>
        <a:p>
          <a:endParaRPr lang="en-US"/>
        </a:p>
      </dgm:t>
    </dgm:pt>
    <dgm:pt modelId="{681AC385-D70D-41A3-82B0-9255ABAC4462}">
      <dgm:prSet phldrT="[Text]" custT="1"/>
      <dgm:spPr/>
      <dgm:t>
        <a:bodyPr/>
        <a:lstStyle/>
        <a:p>
          <a:r>
            <a:rPr lang="en-US" sz="1400" u="none" strike="noStrike" dirty="0" smtClean="0">
              <a:solidFill>
                <a:schemeClr val="tx1"/>
              </a:solidFill>
              <a:effectLst/>
            </a:rPr>
            <a:t>Co-ordinated with Developers, </a:t>
          </a:r>
          <a:r>
            <a:rPr lang="en-US" sz="1400" u="none" strike="noStrike" dirty="0" err="1" smtClean="0">
              <a:solidFill>
                <a:schemeClr val="tx1"/>
              </a:solidFill>
              <a:effectLst/>
            </a:rPr>
            <a:t>Qlikview</a:t>
          </a:r>
          <a:r>
            <a:rPr lang="en-US" sz="1400" u="none" strike="noStrike" dirty="0" smtClean="0">
              <a:solidFill>
                <a:schemeClr val="tx1"/>
              </a:solidFill>
              <a:effectLst/>
            </a:rPr>
            <a:t> admin and ensured an agreement to publish a separate testing specific </a:t>
          </a:r>
          <a:r>
            <a:rPr lang="en-US" sz="1400" u="none" strike="noStrike" dirty="0" err="1" smtClean="0">
              <a:solidFill>
                <a:schemeClr val="tx1"/>
              </a:solidFill>
              <a:effectLst/>
            </a:rPr>
            <a:t>qvw</a:t>
          </a:r>
          <a:r>
            <a:rPr lang="en-US" sz="1400" u="none" strike="noStrike" dirty="0" smtClean="0">
              <a:solidFill>
                <a:schemeClr val="tx1"/>
              </a:solidFill>
              <a:effectLst/>
            </a:rPr>
            <a:t>. Once validated successfully this is merged with the main </a:t>
          </a:r>
          <a:r>
            <a:rPr lang="en-US" sz="1400" u="none" strike="noStrike" dirty="0" err="1" smtClean="0">
              <a:solidFill>
                <a:schemeClr val="tx1"/>
              </a:solidFill>
              <a:effectLst/>
            </a:rPr>
            <a:t>qvw</a:t>
          </a:r>
          <a:r>
            <a:rPr lang="en-US" sz="1400" u="none" strike="noStrike" dirty="0" smtClean="0">
              <a:solidFill>
                <a:schemeClr val="tx1"/>
              </a:solidFill>
              <a:effectLst/>
            </a:rPr>
            <a:t> in Stage.</a:t>
          </a:r>
          <a:endParaRPr lang="en-US" sz="1400" dirty="0">
            <a:solidFill>
              <a:schemeClr val="tx1"/>
            </a:solidFill>
          </a:endParaRPr>
        </a:p>
      </dgm:t>
    </dgm:pt>
    <dgm:pt modelId="{4510FA45-0088-4606-B8AB-193AB501761D}" type="parTrans" cxnId="{24BE26B9-BA1D-4BC8-B843-2679B1FFE4CA}">
      <dgm:prSet/>
      <dgm:spPr/>
      <dgm:t>
        <a:bodyPr/>
        <a:lstStyle/>
        <a:p>
          <a:endParaRPr lang="en-US"/>
        </a:p>
      </dgm:t>
    </dgm:pt>
    <dgm:pt modelId="{4C7983CD-0243-4A5D-8E4C-7911D1309AE0}" type="sibTrans" cxnId="{24BE26B9-BA1D-4BC8-B843-2679B1FFE4CA}">
      <dgm:prSet/>
      <dgm:spPr/>
      <dgm:t>
        <a:bodyPr/>
        <a:lstStyle/>
        <a:p>
          <a:endParaRPr lang="en-US"/>
        </a:p>
      </dgm:t>
    </dgm:pt>
    <dgm:pt modelId="{C92DF6C5-31BD-47C8-8471-94C70ED5CB93}">
      <dgm:prSet phldrT="[Text]" custT="1"/>
      <dgm:spPr/>
      <dgm:t>
        <a:bodyPr/>
        <a:lstStyle/>
        <a:p>
          <a:r>
            <a:rPr lang="en-US" sz="1400" u="none" strike="noStrike" dirty="0" smtClean="0">
              <a:effectLst/>
            </a:rPr>
            <a:t>Managed Care -  Continuous Improvement</a:t>
          </a:r>
          <a:endParaRPr lang="en-US" sz="1400" dirty="0"/>
        </a:p>
      </dgm:t>
    </dgm:pt>
    <dgm:pt modelId="{5995CE85-29FE-4F90-AF53-8419B755D14A}" type="parTrans" cxnId="{B2BE6532-E3F5-4F28-A3CA-9AFB31EFC932}">
      <dgm:prSet/>
      <dgm:spPr/>
      <dgm:t>
        <a:bodyPr/>
        <a:lstStyle/>
        <a:p>
          <a:endParaRPr lang="en-US"/>
        </a:p>
      </dgm:t>
    </dgm:pt>
    <dgm:pt modelId="{8F67B8E1-CFD8-4E28-BE3F-1443D0252099}" type="sibTrans" cxnId="{B2BE6532-E3F5-4F28-A3CA-9AFB31EFC932}">
      <dgm:prSet/>
      <dgm:spPr/>
      <dgm:t>
        <a:bodyPr/>
        <a:lstStyle/>
        <a:p>
          <a:endParaRPr lang="en-US"/>
        </a:p>
      </dgm:t>
    </dgm:pt>
    <dgm:pt modelId="{56DA99E6-B8CF-457C-B616-32B98450E032}">
      <dgm:prSet phldrT="[Text]" custT="1"/>
      <dgm:spPr/>
      <dgm:t>
        <a:bodyPr/>
        <a:lstStyle/>
        <a:p>
          <a:r>
            <a:rPr lang="en-US" sz="1400" dirty="0" smtClean="0"/>
            <a:t>In projects where the same person performs the role of a BA and QA, simultaneous activity and tracking is required on two successive sprints</a:t>
          </a:r>
          <a:endParaRPr lang="en-US" sz="1400" dirty="0"/>
        </a:p>
      </dgm:t>
    </dgm:pt>
    <dgm:pt modelId="{766D73AA-1493-409C-9C6C-FAE93BA71994}" type="parTrans" cxnId="{1CD68755-1457-4D24-8EA5-FEBEF214A9A3}">
      <dgm:prSet/>
      <dgm:spPr/>
      <dgm:t>
        <a:bodyPr/>
        <a:lstStyle/>
        <a:p>
          <a:endParaRPr lang="en-US"/>
        </a:p>
      </dgm:t>
    </dgm:pt>
    <dgm:pt modelId="{E35E97E4-EE94-43FB-A43A-B4C0979A431D}" type="sibTrans" cxnId="{1CD68755-1457-4D24-8EA5-FEBEF214A9A3}">
      <dgm:prSet/>
      <dgm:spPr/>
      <dgm:t>
        <a:bodyPr/>
        <a:lstStyle/>
        <a:p>
          <a:endParaRPr lang="en-US"/>
        </a:p>
      </dgm:t>
    </dgm:pt>
    <dgm:pt modelId="{3F05CE0D-A377-40DB-8309-7D30B2B998E1}">
      <dgm:prSet phldrT="[Text]" custT="1"/>
      <dgm:spPr/>
      <dgm:t>
        <a:bodyPr/>
        <a:lstStyle/>
        <a:p>
          <a:r>
            <a:rPr lang="en-US" sz="1400" u="none" strike="noStrike" dirty="0" smtClean="0">
              <a:effectLst/>
            </a:rPr>
            <a:t>Practice &amp; Advance Practice Analytics</a:t>
          </a:r>
          <a:endParaRPr lang="en-US" sz="1400" dirty="0"/>
        </a:p>
      </dgm:t>
    </dgm:pt>
    <dgm:pt modelId="{CD342A0A-242F-4219-9F59-DED867122717}" type="parTrans" cxnId="{826EE1AB-C8BD-47F6-A0BB-750E71814384}">
      <dgm:prSet/>
      <dgm:spPr/>
      <dgm:t>
        <a:bodyPr/>
        <a:lstStyle/>
        <a:p>
          <a:endParaRPr lang="en-US"/>
        </a:p>
      </dgm:t>
    </dgm:pt>
    <dgm:pt modelId="{98E55543-E22D-4AA2-AA39-D057AD5DE336}" type="sibTrans" cxnId="{826EE1AB-C8BD-47F6-A0BB-750E71814384}">
      <dgm:prSet/>
      <dgm:spPr/>
      <dgm:t>
        <a:bodyPr/>
        <a:lstStyle/>
        <a:p>
          <a:endParaRPr lang="en-US"/>
        </a:p>
      </dgm:t>
    </dgm:pt>
    <dgm:pt modelId="{9B0069F2-9981-4DE2-965E-B526C1CAD790}">
      <dgm:prSet phldrT="[Text]" custT="1"/>
      <dgm:spPr/>
      <dgm:t>
        <a:bodyPr/>
        <a:lstStyle/>
        <a:p>
          <a:r>
            <a:rPr lang="en-US" sz="1400" u="none" strike="noStrike" dirty="0" smtClean="0">
              <a:effectLst/>
            </a:rPr>
            <a:t>Complex data calculations from different reports and sources</a:t>
          </a:r>
          <a:endParaRPr lang="en-US" sz="1400" dirty="0"/>
        </a:p>
      </dgm:t>
    </dgm:pt>
    <dgm:pt modelId="{F805B201-2AA1-48E6-9EC7-8FFCE87E93C1}" type="parTrans" cxnId="{D17323BD-118E-4C0C-8794-6177562B37BF}">
      <dgm:prSet/>
      <dgm:spPr/>
      <dgm:t>
        <a:bodyPr/>
        <a:lstStyle/>
        <a:p>
          <a:endParaRPr lang="en-US"/>
        </a:p>
      </dgm:t>
    </dgm:pt>
    <dgm:pt modelId="{B202133A-86E2-472D-AEDE-92B8E87E85C2}" type="sibTrans" cxnId="{D17323BD-118E-4C0C-8794-6177562B37BF}">
      <dgm:prSet/>
      <dgm:spPr/>
      <dgm:t>
        <a:bodyPr/>
        <a:lstStyle/>
        <a:p>
          <a:endParaRPr lang="en-US"/>
        </a:p>
      </dgm:t>
    </dgm:pt>
    <dgm:pt modelId="{86980E29-B16A-4C63-9757-5C52E2A17E9E}">
      <dgm:prSet phldrT="[Text]" custT="1"/>
      <dgm:spPr/>
      <dgm:t>
        <a:bodyPr/>
        <a:lstStyle/>
        <a:p>
          <a:r>
            <a:rPr lang="en-US" sz="1400" u="none" strike="noStrike" dirty="0" smtClean="0">
              <a:effectLst/>
            </a:rPr>
            <a:t>Collect and place an agreed volume and set of data in a Summary table for key contracts/customer accounts.</a:t>
          </a:r>
          <a:endParaRPr lang="en-US" sz="1400" dirty="0"/>
        </a:p>
      </dgm:t>
    </dgm:pt>
    <dgm:pt modelId="{90481700-59F5-4CCD-884E-1FDB93B20DD1}" type="parTrans" cxnId="{D087BEA6-5C02-4D51-A3E7-56673E857893}">
      <dgm:prSet/>
      <dgm:spPr/>
      <dgm:t>
        <a:bodyPr/>
        <a:lstStyle/>
        <a:p>
          <a:endParaRPr lang="en-US"/>
        </a:p>
      </dgm:t>
    </dgm:pt>
    <dgm:pt modelId="{770DC9D5-9137-49F1-BE75-59D965FA7BB3}" type="sibTrans" cxnId="{D087BEA6-5C02-4D51-A3E7-56673E857893}">
      <dgm:prSet/>
      <dgm:spPr/>
      <dgm:t>
        <a:bodyPr/>
        <a:lstStyle/>
        <a:p>
          <a:endParaRPr lang="en-US"/>
        </a:p>
      </dgm:t>
    </dgm:pt>
    <dgm:pt modelId="{83459981-6C08-488A-87E9-9771B1D6FCBC}" type="pres">
      <dgm:prSet presAssocID="{DA45BFE7-951A-424C-A039-CAD533C71E89}" presName="layout" presStyleCnt="0">
        <dgm:presLayoutVars>
          <dgm:chMax/>
          <dgm:chPref/>
          <dgm:dir/>
          <dgm:resizeHandles/>
        </dgm:presLayoutVars>
      </dgm:prSet>
      <dgm:spPr/>
      <dgm:t>
        <a:bodyPr/>
        <a:lstStyle/>
        <a:p>
          <a:endParaRPr lang="en-US"/>
        </a:p>
      </dgm:t>
    </dgm:pt>
    <dgm:pt modelId="{1C90087F-448F-411C-A37B-C37CB90627FF}" type="pres">
      <dgm:prSet presAssocID="{11A38751-57F0-4E64-9434-CD0865676040}" presName="root" presStyleCnt="0">
        <dgm:presLayoutVars>
          <dgm:chMax/>
          <dgm:chPref/>
        </dgm:presLayoutVars>
      </dgm:prSet>
      <dgm:spPr/>
    </dgm:pt>
    <dgm:pt modelId="{D358F934-1534-49A6-833B-650CDD7ACED8}" type="pres">
      <dgm:prSet presAssocID="{11A38751-57F0-4E64-9434-CD0865676040}" presName="rootComposite" presStyleCnt="0">
        <dgm:presLayoutVars/>
      </dgm:prSet>
      <dgm:spPr/>
    </dgm:pt>
    <dgm:pt modelId="{AD5E4851-D039-434C-9F4D-33F82073F914}" type="pres">
      <dgm:prSet presAssocID="{11A38751-57F0-4E64-9434-CD0865676040}" presName="ParentAccent" presStyleLbl="alignNode1" presStyleIdx="0" presStyleCnt="3"/>
      <dgm:spPr/>
    </dgm:pt>
    <dgm:pt modelId="{1976DD4B-94D7-4ED4-8BB5-24DD2FDD0F45}" type="pres">
      <dgm:prSet presAssocID="{11A38751-57F0-4E64-9434-CD0865676040}" presName="ParentSmallAccent" presStyleLbl="fgAcc1" presStyleIdx="0" presStyleCnt="3"/>
      <dgm:spPr/>
    </dgm:pt>
    <dgm:pt modelId="{3F0D9706-0457-4ACE-BE39-23E364608A29}" type="pres">
      <dgm:prSet presAssocID="{11A38751-57F0-4E64-9434-CD0865676040}" presName="Parent" presStyleLbl="revTx" presStyleIdx="0" presStyleCnt="10">
        <dgm:presLayoutVars>
          <dgm:chMax/>
          <dgm:chPref val="4"/>
          <dgm:bulletEnabled val="1"/>
        </dgm:presLayoutVars>
      </dgm:prSet>
      <dgm:spPr/>
      <dgm:t>
        <a:bodyPr/>
        <a:lstStyle/>
        <a:p>
          <a:endParaRPr lang="en-US"/>
        </a:p>
      </dgm:t>
    </dgm:pt>
    <dgm:pt modelId="{9F517572-DCF3-40A2-8692-33344C83DB2E}" type="pres">
      <dgm:prSet presAssocID="{11A38751-57F0-4E64-9434-CD0865676040}" presName="childShape" presStyleCnt="0">
        <dgm:presLayoutVars>
          <dgm:chMax val="0"/>
          <dgm:chPref val="0"/>
        </dgm:presLayoutVars>
      </dgm:prSet>
      <dgm:spPr/>
    </dgm:pt>
    <dgm:pt modelId="{BE380DCF-FBA0-41D9-861B-14BC4297E020}" type="pres">
      <dgm:prSet presAssocID="{3F05CE0D-A377-40DB-8309-7D30B2B998E1}" presName="childComposite" presStyleCnt="0">
        <dgm:presLayoutVars>
          <dgm:chMax val="0"/>
          <dgm:chPref val="0"/>
        </dgm:presLayoutVars>
      </dgm:prSet>
      <dgm:spPr/>
    </dgm:pt>
    <dgm:pt modelId="{51F66B82-A175-4EE4-A69C-BA57E74DC180}" type="pres">
      <dgm:prSet presAssocID="{3F05CE0D-A377-40DB-8309-7D30B2B998E1}" presName="ChildAccent" presStyleLbl="solidFgAcc1" presStyleIdx="0" presStyleCnt="7"/>
      <dgm:spPr/>
    </dgm:pt>
    <dgm:pt modelId="{2A7D6DFD-DA9A-4961-9A4F-C495D1570F0B}" type="pres">
      <dgm:prSet presAssocID="{3F05CE0D-A377-40DB-8309-7D30B2B998E1}" presName="Child" presStyleLbl="revTx" presStyleIdx="1" presStyleCnt="10">
        <dgm:presLayoutVars>
          <dgm:chMax val="0"/>
          <dgm:chPref val="0"/>
          <dgm:bulletEnabled val="1"/>
        </dgm:presLayoutVars>
      </dgm:prSet>
      <dgm:spPr/>
      <dgm:t>
        <a:bodyPr/>
        <a:lstStyle/>
        <a:p>
          <a:endParaRPr lang="en-US"/>
        </a:p>
      </dgm:t>
    </dgm:pt>
    <dgm:pt modelId="{43267AC2-2AAB-4CF3-B2C2-0BBDDF84FAC2}" type="pres">
      <dgm:prSet presAssocID="{C92DF6C5-31BD-47C8-8471-94C70ED5CB93}" presName="childComposite" presStyleCnt="0">
        <dgm:presLayoutVars>
          <dgm:chMax val="0"/>
          <dgm:chPref val="0"/>
        </dgm:presLayoutVars>
      </dgm:prSet>
      <dgm:spPr/>
    </dgm:pt>
    <dgm:pt modelId="{25312F90-2396-47F6-8322-39E07D9ADE0E}" type="pres">
      <dgm:prSet presAssocID="{C92DF6C5-31BD-47C8-8471-94C70ED5CB93}" presName="ChildAccent" presStyleLbl="solidFgAcc1" presStyleIdx="1" presStyleCnt="7" custLinFactY="500000" custLinFactNeighborX="-2901" custLinFactNeighborY="592833"/>
      <dgm:spPr/>
    </dgm:pt>
    <dgm:pt modelId="{31632D3B-8666-4520-A87F-282E070C472D}" type="pres">
      <dgm:prSet presAssocID="{C92DF6C5-31BD-47C8-8471-94C70ED5CB93}" presName="Child" presStyleLbl="revTx" presStyleIdx="2" presStyleCnt="10" custLinFactY="200000" custLinFactNeighborX="-229" custLinFactNeighborY="268814">
        <dgm:presLayoutVars>
          <dgm:chMax val="0"/>
          <dgm:chPref val="0"/>
          <dgm:bulletEnabled val="1"/>
        </dgm:presLayoutVars>
      </dgm:prSet>
      <dgm:spPr/>
      <dgm:t>
        <a:bodyPr/>
        <a:lstStyle/>
        <a:p>
          <a:endParaRPr lang="en-US"/>
        </a:p>
      </dgm:t>
    </dgm:pt>
    <dgm:pt modelId="{8591AC66-1E8C-4E85-B040-0BD71E2DE1F1}" type="pres">
      <dgm:prSet presAssocID="{AF45D2B7-7577-437A-8FF2-2781216A4165}" presName="root" presStyleCnt="0">
        <dgm:presLayoutVars>
          <dgm:chMax/>
          <dgm:chPref/>
        </dgm:presLayoutVars>
      </dgm:prSet>
      <dgm:spPr/>
    </dgm:pt>
    <dgm:pt modelId="{AA286FDC-E187-42C4-8E8C-A579F941B685}" type="pres">
      <dgm:prSet presAssocID="{AF45D2B7-7577-437A-8FF2-2781216A4165}" presName="rootComposite" presStyleCnt="0">
        <dgm:presLayoutVars/>
      </dgm:prSet>
      <dgm:spPr/>
    </dgm:pt>
    <dgm:pt modelId="{4177189F-EFE6-4E1F-8F47-724783A9AE66}" type="pres">
      <dgm:prSet presAssocID="{AF45D2B7-7577-437A-8FF2-2781216A4165}" presName="ParentAccent" presStyleLbl="alignNode1" presStyleIdx="1" presStyleCnt="3"/>
      <dgm:spPr/>
    </dgm:pt>
    <dgm:pt modelId="{C5145752-714B-4DAD-8335-2142E0DA84C2}" type="pres">
      <dgm:prSet presAssocID="{AF45D2B7-7577-437A-8FF2-2781216A4165}" presName="ParentSmallAccent" presStyleLbl="fgAcc1" presStyleIdx="1" presStyleCnt="3"/>
      <dgm:spPr/>
    </dgm:pt>
    <dgm:pt modelId="{062B325A-E267-4821-B887-5484DEE6E47C}" type="pres">
      <dgm:prSet presAssocID="{AF45D2B7-7577-437A-8FF2-2781216A4165}" presName="Parent" presStyleLbl="revTx" presStyleIdx="3" presStyleCnt="10">
        <dgm:presLayoutVars>
          <dgm:chMax/>
          <dgm:chPref val="4"/>
          <dgm:bulletEnabled val="1"/>
        </dgm:presLayoutVars>
      </dgm:prSet>
      <dgm:spPr/>
      <dgm:t>
        <a:bodyPr/>
        <a:lstStyle/>
        <a:p>
          <a:endParaRPr lang="en-US"/>
        </a:p>
      </dgm:t>
    </dgm:pt>
    <dgm:pt modelId="{95F08852-57AD-4A70-AE06-B795C20A9189}" type="pres">
      <dgm:prSet presAssocID="{AF45D2B7-7577-437A-8FF2-2781216A4165}" presName="childShape" presStyleCnt="0">
        <dgm:presLayoutVars>
          <dgm:chMax val="0"/>
          <dgm:chPref val="0"/>
        </dgm:presLayoutVars>
      </dgm:prSet>
      <dgm:spPr/>
    </dgm:pt>
    <dgm:pt modelId="{10D55181-4430-4513-87A4-3306DBE9BCFD}" type="pres">
      <dgm:prSet presAssocID="{9B0069F2-9981-4DE2-965E-B526C1CAD790}" presName="childComposite" presStyleCnt="0">
        <dgm:presLayoutVars>
          <dgm:chMax val="0"/>
          <dgm:chPref val="0"/>
        </dgm:presLayoutVars>
      </dgm:prSet>
      <dgm:spPr/>
    </dgm:pt>
    <dgm:pt modelId="{2F3CBAAF-DD42-4B6D-AB76-FAE760EB0DB8}" type="pres">
      <dgm:prSet presAssocID="{9B0069F2-9981-4DE2-965E-B526C1CAD790}" presName="ChildAccent" presStyleLbl="solidFgAcc1" presStyleIdx="2" presStyleCnt="7"/>
      <dgm:spPr/>
    </dgm:pt>
    <dgm:pt modelId="{92323130-DE2C-4B4F-B4DD-D91ED48B0C48}" type="pres">
      <dgm:prSet presAssocID="{9B0069F2-9981-4DE2-965E-B526C1CAD790}" presName="Child" presStyleLbl="revTx" presStyleIdx="4" presStyleCnt="10">
        <dgm:presLayoutVars>
          <dgm:chMax val="0"/>
          <dgm:chPref val="0"/>
          <dgm:bulletEnabled val="1"/>
        </dgm:presLayoutVars>
      </dgm:prSet>
      <dgm:spPr/>
      <dgm:t>
        <a:bodyPr/>
        <a:lstStyle/>
        <a:p>
          <a:endParaRPr lang="en-US"/>
        </a:p>
      </dgm:t>
    </dgm:pt>
    <dgm:pt modelId="{BCF3E373-ED45-40C9-A117-19CCA2A7045B}" type="pres">
      <dgm:prSet presAssocID="{DFB2ACFF-26FE-4AD8-B84D-C90F1486264D}" presName="childComposite" presStyleCnt="0">
        <dgm:presLayoutVars>
          <dgm:chMax val="0"/>
          <dgm:chPref val="0"/>
        </dgm:presLayoutVars>
      </dgm:prSet>
      <dgm:spPr/>
    </dgm:pt>
    <dgm:pt modelId="{D08FC6AB-6DEC-401B-9BB2-A6CF8E1BEED4}" type="pres">
      <dgm:prSet presAssocID="{DFB2ACFF-26FE-4AD8-B84D-C90F1486264D}" presName="ChildAccent" presStyleLbl="solidFgAcc1" presStyleIdx="3" presStyleCnt="7" custLinFactY="122984" custLinFactNeighborY="200000"/>
      <dgm:spPr/>
    </dgm:pt>
    <dgm:pt modelId="{744C2E80-36C3-48F9-85CE-0A7E30A60E85}" type="pres">
      <dgm:prSet presAssocID="{DFB2ACFF-26FE-4AD8-B84D-C90F1486264D}" presName="Child" presStyleLbl="revTx" presStyleIdx="5" presStyleCnt="10" custLinFactY="38556" custLinFactNeighborY="100000">
        <dgm:presLayoutVars>
          <dgm:chMax val="0"/>
          <dgm:chPref val="0"/>
          <dgm:bulletEnabled val="1"/>
        </dgm:presLayoutVars>
      </dgm:prSet>
      <dgm:spPr/>
      <dgm:t>
        <a:bodyPr/>
        <a:lstStyle/>
        <a:p>
          <a:endParaRPr lang="en-US"/>
        </a:p>
      </dgm:t>
    </dgm:pt>
    <dgm:pt modelId="{CCF4010B-D66E-4213-8C0F-867253812AF9}" type="pres">
      <dgm:prSet presAssocID="{56DA99E6-B8CF-457C-B616-32B98450E032}" presName="childComposite" presStyleCnt="0">
        <dgm:presLayoutVars>
          <dgm:chMax val="0"/>
          <dgm:chPref val="0"/>
        </dgm:presLayoutVars>
      </dgm:prSet>
      <dgm:spPr/>
    </dgm:pt>
    <dgm:pt modelId="{2FA327C0-9348-4BF9-B1E1-68F9040208AE}" type="pres">
      <dgm:prSet presAssocID="{56DA99E6-B8CF-457C-B616-32B98450E032}" presName="ChildAccent" presStyleLbl="solidFgAcc1" presStyleIdx="4" presStyleCnt="7" custLinFactY="300000" custLinFactNeighborX="6872" custLinFactNeighborY="387190"/>
      <dgm:spPr/>
    </dgm:pt>
    <dgm:pt modelId="{34AA62C0-492B-42C8-A105-EAE14ED6B81B}" type="pres">
      <dgm:prSet presAssocID="{56DA99E6-B8CF-457C-B616-32B98450E032}" presName="Child" presStyleLbl="revTx" presStyleIdx="6" presStyleCnt="10" custScaleX="95472" custScaleY="252600" custLinFactY="118404" custLinFactNeighborX="1630" custLinFactNeighborY="200000">
        <dgm:presLayoutVars>
          <dgm:chMax val="0"/>
          <dgm:chPref val="0"/>
          <dgm:bulletEnabled val="1"/>
        </dgm:presLayoutVars>
      </dgm:prSet>
      <dgm:spPr/>
      <dgm:t>
        <a:bodyPr/>
        <a:lstStyle/>
        <a:p>
          <a:endParaRPr lang="en-US"/>
        </a:p>
      </dgm:t>
    </dgm:pt>
    <dgm:pt modelId="{2E570926-277F-4D6A-BE99-D81909FA94FD}" type="pres">
      <dgm:prSet presAssocID="{1F048A5F-124B-4ED8-814F-2D60076672D1}" presName="root" presStyleCnt="0">
        <dgm:presLayoutVars>
          <dgm:chMax/>
          <dgm:chPref/>
        </dgm:presLayoutVars>
      </dgm:prSet>
      <dgm:spPr/>
    </dgm:pt>
    <dgm:pt modelId="{03337876-3184-4139-ABB5-9A73D9ECCCFC}" type="pres">
      <dgm:prSet presAssocID="{1F048A5F-124B-4ED8-814F-2D60076672D1}" presName="rootComposite" presStyleCnt="0">
        <dgm:presLayoutVars/>
      </dgm:prSet>
      <dgm:spPr/>
    </dgm:pt>
    <dgm:pt modelId="{1AC43D64-5B51-4BEA-B3A7-71C3DC4A1BCB}" type="pres">
      <dgm:prSet presAssocID="{1F048A5F-124B-4ED8-814F-2D60076672D1}" presName="ParentAccent" presStyleLbl="alignNode1" presStyleIdx="2" presStyleCnt="3"/>
      <dgm:spPr/>
    </dgm:pt>
    <dgm:pt modelId="{4E013FA4-842D-4968-A581-51649AD2885A}" type="pres">
      <dgm:prSet presAssocID="{1F048A5F-124B-4ED8-814F-2D60076672D1}" presName="ParentSmallAccent" presStyleLbl="fgAcc1" presStyleIdx="2" presStyleCnt="3"/>
      <dgm:spPr/>
    </dgm:pt>
    <dgm:pt modelId="{C8B52D51-8689-4473-8DB5-D649C46D4DCC}" type="pres">
      <dgm:prSet presAssocID="{1F048A5F-124B-4ED8-814F-2D60076672D1}" presName="Parent" presStyleLbl="revTx" presStyleIdx="7" presStyleCnt="10">
        <dgm:presLayoutVars>
          <dgm:chMax/>
          <dgm:chPref val="4"/>
          <dgm:bulletEnabled val="1"/>
        </dgm:presLayoutVars>
      </dgm:prSet>
      <dgm:spPr/>
      <dgm:t>
        <a:bodyPr/>
        <a:lstStyle/>
        <a:p>
          <a:endParaRPr lang="en-US"/>
        </a:p>
      </dgm:t>
    </dgm:pt>
    <dgm:pt modelId="{EB9DF750-D693-4FAF-8AF1-0C4964D8C619}" type="pres">
      <dgm:prSet presAssocID="{1F048A5F-124B-4ED8-814F-2D60076672D1}" presName="childShape" presStyleCnt="0">
        <dgm:presLayoutVars>
          <dgm:chMax val="0"/>
          <dgm:chPref val="0"/>
        </dgm:presLayoutVars>
      </dgm:prSet>
      <dgm:spPr/>
    </dgm:pt>
    <dgm:pt modelId="{2BE3E82E-BC76-47D4-AC1F-58C7F6D7D26C}" type="pres">
      <dgm:prSet presAssocID="{86980E29-B16A-4C63-9757-5C52E2A17E9E}" presName="childComposite" presStyleCnt="0">
        <dgm:presLayoutVars>
          <dgm:chMax val="0"/>
          <dgm:chPref val="0"/>
        </dgm:presLayoutVars>
      </dgm:prSet>
      <dgm:spPr/>
    </dgm:pt>
    <dgm:pt modelId="{8B7312D5-A8C0-4BCC-994A-653A5A957C06}" type="pres">
      <dgm:prSet presAssocID="{86980E29-B16A-4C63-9757-5C52E2A17E9E}" presName="ChildAccent" presStyleLbl="solidFgAcc1" presStyleIdx="5" presStyleCnt="7" custLinFactNeighborY="-68720"/>
      <dgm:spPr/>
    </dgm:pt>
    <dgm:pt modelId="{75CDBADC-C5E7-4DFB-8BC5-5EB0D8165CF9}" type="pres">
      <dgm:prSet presAssocID="{86980E29-B16A-4C63-9757-5C52E2A17E9E}" presName="Child" presStyleLbl="revTx" presStyleIdx="8" presStyleCnt="10" custScaleY="156940" custLinFactNeighborY="-8844">
        <dgm:presLayoutVars>
          <dgm:chMax val="0"/>
          <dgm:chPref val="0"/>
          <dgm:bulletEnabled val="1"/>
        </dgm:presLayoutVars>
      </dgm:prSet>
      <dgm:spPr/>
      <dgm:t>
        <a:bodyPr/>
        <a:lstStyle/>
        <a:p>
          <a:endParaRPr lang="en-US"/>
        </a:p>
      </dgm:t>
    </dgm:pt>
    <dgm:pt modelId="{BB643CC2-4873-4105-BC26-81BC152496CF}" type="pres">
      <dgm:prSet presAssocID="{681AC385-D70D-41A3-82B0-9255ABAC4462}" presName="childComposite" presStyleCnt="0">
        <dgm:presLayoutVars>
          <dgm:chMax val="0"/>
          <dgm:chPref val="0"/>
        </dgm:presLayoutVars>
      </dgm:prSet>
      <dgm:spPr/>
    </dgm:pt>
    <dgm:pt modelId="{F4203F18-1A96-4840-BD63-222595547076}" type="pres">
      <dgm:prSet presAssocID="{681AC385-D70D-41A3-82B0-9255ABAC4462}" presName="ChildAccent" presStyleLbl="solidFgAcc1" presStyleIdx="6" presStyleCnt="7" custLinFactNeighborY="-42173"/>
      <dgm:spPr/>
      <dgm:t>
        <a:bodyPr/>
        <a:lstStyle/>
        <a:p>
          <a:endParaRPr lang="en-US"/>
        </a:p>
      </dgm:t>
    </dgm:pt>
    <dgm:pt modelId="{7D01211E-CA66-48CB-95BF-8D1AD52F5A55}" type="pres">
      <dgm:prSet presAssocID="{681AC385-D70D-41A3-82B0-9255ABAC4462}" presName="Child" presStyleLbl="revTx" presStyleIdx="9" presStyleCnt="10" custScaleY="293239" custLinFactNeighborX="-1866" custLinFactNeighborY="55080">
        <dgm:presLayoutVars>
          <dgm:chMax val="0"/>
          <dgm:chPref val="0"/>
          <dgm:bulletEnabled val="1"/>
        </dgm:presLayoutVars>
      </dgm:prSet>
      <dgm:spPr/>
      <dgm:t>
        <a:bodyPr/>
        <a:lstStyle/>
        <a:p>
          <a:endParaRPr lang="en-US"/>
        </a:p>
      </dgm:t>
    </dgm:pt>
  </dgm:ptLst>
  <dgm:cxnLst>
    <dgm:cxn modelId="{F377B6E6-31E1-470D-823E-ADFDC69B47EB}" type="presOf" srcId="{DA45BFE7-951A-424C-A039-CAD533C71E89}" destId="{83459981-6C08-488A-87E9-9771B1D6FCBC}" srcOrd="0" destOrd="0" presId="urn:microsoft.com/office/officeart/2008/layout/SquareAccentList"/>
    <dgm:cxn modelId="{D087BEA6-5C02-4D51-A3E7-56673E857893}" srcId="{1F048A5F-124B-4ED8-814F-2D60076672D1}" destId="{86980E29-B16A-4C63-9757-5C52E2A17E9E}" srcOrd="0" destOrd="0" parTransId="{90481700-59F5-4CCD-884E-1FDB93B20DD1}" sibTransId="{770DC9D5-9137-49F1-BE75-59D965FA7BB3}"/>
    <dgm:cxn modelId="{24BE26B9-BA1D-4BC8-B843-2679B1FFE4CA}" srcId="{1F048A5F-124B-4ED8-814F-2D60076672D1}" destId="{681AC385-D70D-41A3-82B0-9255ABAC4462}" srcOrd="1" destOrd="0" parTransId="{4510FA45-0088-4606-B8AB-193AB501761D}" sibTransId="{4C7983CD-0243-4A5D-8E4C-7911D1309AE0}"/>
    <dgm:cxn modelId="{39D37D3F-9346-4636-81DE-123D9A3A8124}" type="presOf" srcId="{3F05CE0D-A377-40DB-8309-7D30B2B998E1}" destId="{2A7D6DFD-DA9A-4961-9A4F-C495D1570F0B}" srcOrd="0" destOrd="0" presId="urn:microsoft.com/office/officeart/2008/layout/SquareAccentList"/>
    <dgm:cxn modelId="{79F394AB-0790-477A-9D60-3BFB9C1429FC}" srcId="{DA45BFE7-951A-424C-A039-CAD533C71E89}" destId="{1F048A5F-124B-4ED8-814F-2D60076672D1}" srcOrd="2" destOrd="0" parTransId="{F124A311-EA87-469B-BE1D-E051B231B80C}" sibTransId="{9B853A7C-A45D-4376-9B20-FE58291BB826}"/>
    <dgm:cxn modelId="{717562B5-1F42-479C-90AD-5B1B96CE8C1A}" srcId="{DA45BFE7-951A-424C-A039-CAD533C71E89}" destId="{11A38751-57F0-4E64-9434-CD0865676040}" srcOrd="0" destOrd="0" parTransId="{F681BB38-3810-491A-AC78-B3CF927B23BA}" sibTransId="{ED501282-0C96-4BFC-917F-A4503C2D491B}"/>
    <dgm:cxn modelId="{104776BF-C473-40B4-803F-DE286B8EE8BB}" type="presOf" srcId="{9B0069F2-9981-4DE2-965E-B526C1CAD790}" destId="{92323130-DE2C-4B4F-B4DD-D91ED48B0C48}" srcOrd="0" destOrd="0" presId="urn:microsoft.com/office/officeart/2008/layout/SquareAccentList"/>
    <dgm:cxn modelId="{CCD9AE4B-513D-410C-8878-7FF24FDE83D3}" srcId="{AF45D2B7-7577-437A-8FF2-2781216A4165}" destId="{DFB2ACFF-26FE-4AD8-B84D-C90F1486264D}" srcOrd="1" destOrd="0" parTransId="{FB325597-1A91-4162-989F-B3F9879D07C6}" sibTransId="{46F2C6E2-6F34-4F9A-9852-4860602360C7}"/>
    <dgm:cxn modelId="{B2BE6532-E3F5-4F28-A3CA-9AFB31EFC932}" srcId="{11A38751-57F0-4E64-9434-CD0865676040}" destId="{C92DF6C5-31BD-47C8-8471-94C70ED5CB93}" srcOrd="1" destOrd="0" parTransId="{5995CE85-29FE-4F90-AF53-8419B755D14A}" sibTransId="{8F67B8E1-CFD8-4E28-BE3F-1443D0252099}"/>
    <dgm:cxn modelId="{BAF9C2EE-7DB0-4214-A549-74012A4D404B}" type="presOf" srcId="{DFB2ACFF-26FE-4AD8-B84D-C90F1486264D}" destId="{744C2E80-36C3-48F9-85CE-0A7E30A60E85}" srcOrd="0" destOrd="0" presId="urn:microsoft.com/office/officeart/2008/layout/SquareAccentList"/>
    <dgm:cxn modelId="{AF7F73EF-26B9-4F76-BB20-91B373D10EAF}" type="presOf" srcId="{56DA99E6-B8CF-457C-B616-32B98450E032}" destId="{34AA62C0-492B-42C8-A105-EAE14ED6B81B}" srcOrd="0" destOrd="0" presId="urn:microsoft.com/office/officeart/2008/layout/SquareAccentList"/>
    <dgm:cxn modelId="{D17323BD-118E-4C0C-8794-6177562B37BF}" srcId="{AF45D2B7-7577-437A-8FF2-2781216A4165}" destId="{9B0069F2-9981-4DE2-965E-B526C1CAD790}" srcOrd="0" destOrd="0" parTransId="{F805B201-2AA1-48E6-9EC7-8FFCE87E93C1}" sibTransId="{B202133A-86E2-472D-AEDE-92B8E87E85C2}"/>
    <dgm:cxn modelId="{B7DD90F5-B401-44C9-9248-D04E8431D30E}" srcId="{DA45BFE7-951A-424C-A039-CAD533C71E89}" destId="{AF45D2B7-7577-437A-8FF2-2781216A4165}" srcOrd="1" destOrd="0" parTransId="{A677D1E8-57D3-4317-A829-251EEC3E5DAD}" sibTransId="{FB8084E3-126D-4604-BE9E-C880A4D89B9E}"/>
    <dgm:cxn modelId="{3C712D67-5B64-4648-A074-353787130DD9}" type="presOf" srcId="{11A38751-57F0-4E64-9434-CD0865676040}" destId="{3F0D9706-0457-4ACE-BE39-23E364608A29}" srcOrd="0" destOrd="0" presId="urn:microsoft.com/office/officeart/2008/layout/SquareAccentList"/>
    <dgm:cxn modelId="{7B557B43-555D-47C0-B5CD-7E47D0187A61}" type="presOf" srcId="{681AC385-D70D-41A3-82B0-9255ABAC4462}" destId="{7D01211E-CA66-48CB-95BF-8D1AD52F5A55}" srcOrd="0" destOrd="0" presId="urn:microsoft.com/office/officeart/2008/layout/SquareAccentList"/>
    <dgm:cxn modelId="{826EE1AB-C8BD-47F6-A0BB-750E71814384}" srcId="{11A38751-57F0-4E64-9434-CD0865676040}" destId="{3F05CE0D-A377-40DB-8309-7D30B2B998E1}" srcOrd="0" destOrd="0" parTransId="{CD342A0A-242F-4219-9F59-DED867122717}" sibTransId="{98E55543-E22D-4AA2-AA39-D057AD5DE336}"/>
    <dgm:cxn modelId="{8D7B047E-609E-45B8-9965-FA1285A31603}" type="presOf" srcId="{1F048A5F-124B-4ED8-814F-2D60076672D1}" destId="{C8B52D51-8689-4473-8DB5-D649C46D4DCC}" srcOrd="0" destOrd="0" presId="urn:microsoft.com/office/officeart/2008/layout/SquareAccentList"/>
    <dgm:cxn modelId="{09779F87-51D6-4113-8E0C-86302B2118D1}" type="presOf" srcId="{86980E29-B16A-4C63-9757-5C52E2A17E9E}" destId="{75CDBADC-C5E7-4DFB-8BC5-5EB0D8165CF9}" srcOrd="0" destOrd="0" presId="urn:microsoft.com/office/officeart/2008/layout/SquareAccentList"/>
    <dgm:cxn modelId="{6A5DCC75-5744-4B66-8E90-954D7EBDF883}" type="presOf" srcId="{C92DF6C5-31BD-47C8-8471-94C70ED5CB93}" destId="{31632D3B-8666-4520-A87F-282E070C472D}" srcOrd="0" destOrd="0" presId="urn:microsoft.com/office/officeart/2008/layout/SquareAccentList"/>
    <dgm:cxn modelId="{2473D716-3CDF-4872-A01E-90FE30CE5E22}" type="presOf" srcId="{AF45D2B7-7577-437A-8FF2-2781216A4165}" destId="{062B325A-E267-4821-B887-5484DEE6E47C}" srcOrd="0" destOrd="0" presId="urn:microsoft.com/office/officeart/2008/layout/SquareAccentList"/>
    <dgm:cxn modelId="{1CD68755-1457-4D24-8EA5-FEBEF214A9A3}" srcId="{AF45D2B7-7577-437A-8FF2-2781216A4165}" destId="{56DA99E6-B8CF-457C-B616-32B98450E032}" srcOrd="2" destOrd="0" parTransId="{766D73AA-1493-409C-9C6C-FAE93BA71994}" sibTransId="{E35E97E4-EE94-43FB-A43A-B4C0979A431D}"/>
    <dgm:cxn modelId="{B453E47D-3F79-4D14-92BF-2352E6C48249}" type="presParOf" srcId="{83459981-6C08-488A-87E9-9771B1D6FCBC}" destId="{1C90087F-448F-411C-A37B-C37CB90627FF}" srcOrd="0" destOrd="0" presId="urn:microsoft.com/office/officeart/2008/layout/SquareAccentList"/>
    <dgm:cxn modelId="{7D6DB0CE-3FB5-407A-8706-C255133A686A}" type="presParOf" srcId="{1C90087F-448F-411C-A37B-C37CB90627FF}" destId="{D358F934-1534-49A6-833B-650CDD7ACED8}" srcOrd="0" destOrd="0" presId="urn:microsoft.com/office/officeart/2008/layout/SquareAccentList"/>
    <dgm:cxn modelId="{D352A58E-3840-476E-A8BE-29D7FBFDE73A}" type="presParOf" srcId="{D358F934-1534-49A6-833B-650CDD7ACED8}" destId="{AD5E4851-D039-434C-9F4D-33F82073F914}" srcOrd="0" destOrd="0" presId="urn:microsoft.com/office/officeart/2008/layout/SquareAccentList"/>
    <dgm:cxn modelId="{9E48CC22-A8B6-4580-A35E-146D6A20B6C0}" type="presParOf" srcId="{D358F934-1534-49A6-833B-650CDD7ACED8}" destId="{1976DD4B-94D7-4ED4-8BB5-24DD2FDD0F45}" srcOrd="1" destOrd="0" presId="urn:microsoft.com/office/officeart/2008/layout/SquareAccentList"/>
    <dgm:cxn modelId="{3127DC54-5754-4C88-8657-BFC63428CA1A}" type="presParOf" srcId="{D358F934-1534-49A6-833B-650CDD7ACED8}" destId="{3F0D9706-0457-4ACE-BE39-23E364608A29}" srcOrd="2" destOrd="0" presId="urn:microsoft.com/office/officeart/2008/layout/SquareAccentList"/>
    <dgm:cxn modelId="{959CB52F-CE8D-4739-B27C-AFC12235D9E9}" type="presParOf" srcId="{1C90087F-448F-411C-A37B-C37CB90627FF}" destId="{9F517572-DCF3-40A2-8692-33344C83DB2E}" srcOrd="1" destOrd="0" presId="urn:microsoft.com/office/officeart/2008/layout/SquareAccentList"/>
    <dgm:cxn modelId="{EA714BA5-AE85-416A-A979-F4382F8C7596}" type="presParOf" srcId="{9F517572-DCF3-40A2-8692-33344C83DB2E}" destId="{BE380DCF-FBA0-41D9-861B-14BC4297E020}" srcOrd="0" destOrd="0" presId="urn:microsoft.com/office/officeart/2008/layout/SquareAccentList"/>
    <dgm:cxn modelId="{B1F54445-F02C-43EC-BBFA-60D30F41D509}" type="presParOf" srcId="{BE380DCF-FBA0-41D9-861B-14BC4297E020}" destId="{51F66B82-A175-4EE4-A69C-BA57E74DC180}" srcOrd="0" destOrd="0" presId="urn:microsoft.com/office/officeart/2008/layout/SquareAccentList"/>
    <dgm:cxn modelId="{C63C83A9-71CB-4276-885B-9276837D76DA}" type="presParOf" srcId="{BE380DCF-FBA0-41D9-861B-14BC4297E020}" destId="{2A7D6DFD-DA9A-4961-9A4F-C495D1570F0B}" srcOrd="1" destOrd="0" presId="urn:microsoft.com/office/officeart/2008/layout/SquareAccentList"/>
    <dgm:cxn modelId="{72FEF625-C8C0-4ADA-98A7-161F184D24D9}" type="presParOf" srcId="{9F517572-DCF3-40A2-8692-33344C83DB2E}" destId="{43267AC2-2AAB-4CF3-B2C2-0BBDDF84FAC2}" srcOrd="1" destOrd="0" presId="urn:microsoft.com/office/officeart/2008/layout/SquareAccentList"/>
    <dgm:cxn modelId="{16B92E8A-805C-4436-99E9-941F76EEF3C0}" type="presParOf" srcId="{43267AC2-2AAB-4CF3-B2C2-0BBDDF84FAC2}" destId="{25312F90-2396-47F6-8322-39E07D9ADE0E}" srcOrd="0" destOrd="0" presId="urn:microsoft.com/office/officeart/2008/layout/SquareAccentList"/>
    <dgm:cxn modelId="{DA390F79-234E-438A-AA35-EFBB6B047F04}" type="presParOf" srcId="{43267AC2-2AAB-4CF3-B2C2-0BBDDF84FAC2}" destId="{31632D3B-8666-4520-A87F-282E070C472D}" srcOrd="1" destOrd="0" presId="urn:microsoft.com/office/officeart/2008/layout/SquareAccentList"/>
    <dgm:cxn modelId="{0CB3A622-EE02-4C47-80AF-CA41C8B852C0}" type="presParOf" srcId="{83459981-6C08-488A-87E9-9771B1D6FCBC}" destId="{8591AC66-1E8C-4E85-B040-0BD71E2DE1F1}" srcOrd="1" destOrd="0" presId="urn:microsoft.com/office/officeart/2008/layout/SquareAccentList"/>
    <dgm:cxn modelId="{1F84E22D-F149-4CDD-8D78-5EE995302998}" type="presParOf" srcId="{8591AC66-1E8C-4E85-B040-0BD71E2DE1F1}" destId="{AA286FDC-E187-42C4-8E8C-A579F941B685}" srcOrd="0" destOrd="0" presId="urn:microsoft.com/office/officeart/2008/layout/SquareAccentList"/>
    <dgm:cxn modelId="{301F56CD-FF41-4A1B-AD77-4B1C8007116D}" type="presParOf" srcId="{AA286FDC-E187-42C4-8E8C-A579F941B685}" destId="{4177189F-EFE6-4E1F-8F47-724783A9AE66}" srcOrd="0" destOrd="0" presId="urn:microsoft.com/office/officeart/2008/layout/SquareAccentList"/>
    <dgm:cxn modelId="{4B3F5EAF-83D3-4E5A-AA46-922CFC6BCA44}" type="presParOf" srcId="{AA286FDC-E187-42C4-8E8C-A579F941B685}" destId="{C5145752-714B-4DAD-8335-2142E0DA84C2}" srcOrd="1" destOrd="0" presId="urn:microsoft.com/office/officeart/2008/layout/SquareAccentList"/>
    <dgm:cxn modelId="{D1F0D918-C18C-4A3D-954C-C152BCD1CF89}" type="presParOf" srcId="{AA286FDC-E187-42C4-8E8C-A579F941B685}" destId="{062B325A-E267-4821-B887-5484DEE6E47C}" srcOrd="2" destOrd="0" presId="urn:microsoft.com/office/officeart/2008/layout/SquareAccentList"/>
    <dgm:cxn modelId="{73E39E6E-49AC-4042-BDE3-7FB43D3E1151}" type="presParOf" srcId="{8591AC66-1E8C-4E85-B040-0BD71E2DE1F1}" destId="{95F08852-57AD-4A70-AE06-B795C20A9189}" srcOrd="1" destOrd="0" presId="urn:microsoft.com/office/officeart/2008/layout/SquareAccentList"/>
    <dgm:cxn modelId="{8561365B-3794-46ED-8AE2-7B8C198C7632}" type="presParOf" srcId="{95F08852-57AD-4A70-AE06-B795C20A9189}" destId="{10D55181-4430-4513-87A4-3306DBE9BCFD}" srcOrd="0" destOrd="0" presId="urn:microsoft.com/office/officeart/2008/layout/SquareAccentList"/>
    <dgm:cxn modelId="{AC2B8C67-2C0C-43DB-A982-B8D73B4F5CBD}" type="presParOf" srcId="{10D55181-4430-4513-87A4-3306DBE9BCFD}" destId="{2F3CBAAF-DD42-4B6D-AB76-FAE760EB0DB8}" srcOrd="0" destOrd="0" presId="urn:microsoft.com/office/officeart/2008/layout/SquareAccentList"/>
    <dgm:cxn modelId="{2D19EF22-6B08-4110-8777-E561471A722D}" type="presParOf" srcId="{10D55181-4430-4513-87A4-3306DBE9BCFD}" destId="{92323130-DE2C-4B4F-B4DD-D91ED48B0C48}" srcOrd="1" destOrd="0" presId="urn:microsoft.com/office/officeart/2008/layout/SquareAccentList"/>
    <dgm:cxn modelId="{018E3743-5A68-47D9-8510-15ED967BED79}" type="presParOf" srcId="{95F08852-57AD-4A70-AE06-B795C20A9189}" destId="{BCF3E373-ED45-40C9-A117-19CCA2A7045B}" srcOrd="1" destOrd="0" presId="urn:microsoft.com/office/officeart/2008/layout/SquareAccentList"/>
    <dgm:cxn modelId="{AE97D3F2-009F-406A-A9F8-CB8F505FCB7A}" type="presParOf" srcId="{BCF3E373-ED45-40C9-A117-19CCA2A7045B}" destId="{D08FC6AB-6DEC-401B-9BB2-A6CF8E1BEED4}" srcOrd="0" destOrd="0" presId="urn:microsoft.com/office/officeart/2008/layout/SquareAccentList"/>
    <dgm:cxn modelId="{B0D22EBA-0F81-4789-91E3-595B58DE5ED4}" type="presParOf" srcId="{BCF3E373-ED45-40C9-A117-19CCA2A7045B}" destId="{744C2E80-36C3-48F9-85CE-0A7E30A60E85}" srcOrd="1" destOrd="0" presId="urn:microsoft.com/office/officeart/2008/layout/SquareAccentList"/>
    <dgm:cxn modelId="{B4A8DA9C-A3FB-4860-9BA5-B54A103E7B57}" type="presParOf" srcId="{95F08852-57AD-4A70-AE06-B795C20A9189}" destId="{CCF4010B-D66E-4213-8C0F-867253812AF9}" srcOrd="2" destOrd="0" presId="urn:microsoft.com/office/officeart/2008/layout/SquareAccentList"/>
    <dgm:cxn modelId="{F924981A-DF83-4719-ACA2-6FCC41CF6961}" type="presParOf" srcId="{CCF4010B-D66E-4213-8C0F-867253812AF9}" destId="{2FA327C0-9348-4BF9-B1E1-68F9040208AE}" srcOrd="0" destOrd="0" presId="urn:microsoft.com/office/officeart/2008/layout/SquareAccentList"/>
    <dgm:cxn modelId="{B56E771D-EAA3-44E4-AE56-19EA48F8AB76}" type="presParOf" srcId="{CCF4010B-D66E-4213-8C0F-867253812AF9}" destId="{34AA62C0-492B-42C8-A105-EAE14ED6B81B}" srcOrd="1" destOrd="0" presId="urn:microsoft.com/office/officeart/2008/layout/SquareAccentList"/>
    <dgm:cxn modelId="{5FFB5647-48D2-4C29-924F-3B4D0096645E}" type="presParOf" srcId="{83459981-6C08-488A-87E9-9771B1D6FCBC}" destId="{2E570926-277F-4D6A-BE99-D81909FA94FD}" srcOrd="2" destOrd="0" presId="urn:microsoft.com/office/officeart/2008/layout/SquareAccentList"/>
    <dgm:cxn modelId="{C67C4EC6-45C7-4E6C-9D98-B41D59C10EB1}" type="presParOf" srcId="{2E570926-277F-4D6A-BE99-D81909FA94FD}" destId="{03337876-3184-4139-ABB5-9A73D9ECCCFC}" srcOrd="0" destOrd="0" presId="urn:microsoft.com/office/officeart/2008/layout/SquareAccentList"/>
    <dgm:cxn modelId="{7ABA5923-73B5-40D9-BBFC-A9A92CDD28B8}" type="presParOf" srcId="{03337876-3184-4139-ABB5-9A73D9ECCCFC}" destId="{1AC43D64-5B51-4BEA-B3A7-71C3DC4A1BCB}" srcOrd="0" destOrd="0" presId="urn:microsoft.com/office/officeart/2008/layout/SquareAccentList"/>
    <dgm:cxn modelId="{965D3756-783D-419B-B6FD-96A8D9DE0D65}" type="presParOf" srcId="{03337876-3184-4139-ABB5-9A73D9ECCCFC}" destId="{4E013FA4-842D-4968-A581-51649AD2885A}" srcOrd="1" destOrd="0" presId="urn:microsoft.com/office/officeart/2008/layout/SquareAccentList"/>
    <dgm:cxn modelId="{7BC0DAC1-7A0D-41E2-9785-9E073DD0C31B}" type="presParOf" srcId="{03337876-3184-4139-ABB5-9A73D9ECCCFC}" destId="{C8B52D51-8689-4473-8DB5-D649C46D4DCC}" srcOrd="2" destOrd="0" presId="urn:microsoft.com/office/officeart/2008/layout/SquareAccentList"/>
    <dgm:cxn modelId="{67A91255-B381-4E2D-8A58-8B84B45FF333}" type="presParOf" srcId="{2E570926-277F-4D6A-BE99-D81909FA94FD}" destId="{EB9DF750-D693-4FAF-8AF1-0C4964D8C619}" srcOrd="1" destOrd="0" presId="urn:microsoft.com/office/officeart/2008/layout/SquareAccentList"/>
    <dgm:cxn modelId="{5F7B6097-FF03-409F-95AE-54CDE9BCA341}" type="presParOf" srcId="{EB9DF750-D693-4FAF-8AF1-0C4964D8C619}" destId="{2BE3E82E-BC76-47D4-AC1F-58C7F6D7D26C}" srcOrd="0" destOrd="0" presId="urn:microsoft.com/office/officeart/2008/layout/SquareAccentList"/>
    <dgm:cxn modelId="{DFE57B9D-D4EB-406C-87A0-D306DB04B800}" type="presParOf" srcId="{2BE3E82E-BC76-47D4-AC1F-58C7F6D7D26C}" destId="{8B7312D5-A8C0-4BCC-994A-653A5A957C06}" srcOrd="0" destOrd="0" presId="urn:microsoft.com/office/officeart/2008/layout/SquareAccentList"/>
    <dgm:cxn modelId="{039E846D-0411-4740-AB46-3FBBAF944A19}" type="presParOf" srcId="{2BE3E82E-BC76-47D4-AC1F-58C7F6D7D26C}" destId="{75CDBADC-C5E7-4DFB-8BC5-5EB0D8165CF9}" srcOrd="1" destOrd="0" presId="urn:microsoft.com/office/officeart/2008/layout/SquareAccentList"/>
    <dgm:cxn modelId="{E16232A3-CDFF-4DB2-880E-E2BC6CF066EF}" type="presParOf" srcId="{EB9DF750-D693-4FAF-8AF1-0C4964D8C619}" destId="{BB643CC2-4873-4105-BC26-81BC152496CF}" srcOrd="1" destOrd="0" presId="urn:microsoft.com/office/officeart/2008/layout/SquareAccentList"/>
    <dgm:cxn modelId="{66689DC0-9C31-49F6-81CB-06BDFB23FFBE}" type="presParOf" srcId="{BB643CC2-4873-4105-BC26-81BC152496CF}" destId="{F4203F18-1A96-4840-BD63-222595547076}" srcOrd="0" destOrd="0" presId="urn:microsoft.com/office/officeart/2008/layout/SquareAccentList"/>
    <dgm:cxn modelId="{0F251076-FE9C-46D3-BE02-0821606D678B}" type="presParOf" srcId="{BB643CC2-4873-4105-BC26-81BC152496CF}" destId="{7D01211E-CA66-48CB-95BF-8D1AD52F5A55}"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E3DB26-F400-4101-B335-93C9C0843C7D}">
      <dsp:nvSpPr>
        <dsp:cNvPr id="0" name=""/>
        <dsp:cNvSpPr/>
      </dsp:nvSpPr>
      <dsp:spPr>
        <a:xfrm>
          <a:off x="527919" y="605"/>
          <a:ext cx="2046014" cy="818405"/>
        </a:xfrm>
        <a:prstGeom prst="chevron">
          <a:avLst/>
        </a:prstGeom>
        <a:solidFill>
          <a:schemeClr val="bg1">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rtl="0">
            <a:lnSpc>
              <a:spcPct val="90000"/>
            </a:lnSpc>
            <a:spcBef>
              <a:spcPct val="0"/>
            </a:spcBef>
            <a:spcAft>
              <a:spcPct val="35000"/>
            </a:spcAft>
          </a:pPr>
          <a:r>
            <a:rPr lang="en-US" sz="2000" kern="1200" dirty="0" smtClean="0"/>
            <a:t>Process</a:t>
          </a:r>
          <a:endParaRPr lang="en-US" sz="2000" kern="1200" dirty="0"/>
        </a:p>
      </dsp:txBody>
      <dsp:txXfrm>
        <a:off x="937122" y="605"/>
        <a:ext cx="1227609" cy="818405"/>
      </dsp:txXfrm>
    </dsp:sp>
    <dsp:sp modelId="{65E90E3A-16CF-4461-93C5-C7A9C48BD4EB}">
      <dsp:nvSpPr>
        <dsp:cNvPr id="0" name=""/>
        <dsp:cNvSpPr/>
      </dsp:nvSpPr>
      <dsp:spPr>
        <a:xfrm>
          <a:off x="2307952" y="70170"/>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b="0" kern="1200" dirty="0" smtClean="0"/>
            <a:t>Adhoc Testing (Inadequate Regression Test coverage)</a:t>
          </a:r>
          <a:endParaRPr lang="en-US" sz="1000" b="0" kern="1200" dirty="0"/>
        </a:p>
      </dsp:txBody>
      <dsp:txXfrm>
        <a:off x="2647590" y="70170"/>
        <a:ext cx="1018916" cy="679276"/>
      </dsp:txXfrm>
    </dsp:sp>
    <dsp:sp modelId="{3AF91D8E-6123-4B8A-A617-1BC177B64634}">
      <dsp:nvSpPr>
        <dsp:cNvPr id="0" name=""/>
        <dsp:cNvSpPr/>
      </dsp:nvSpPr>
      <dsp:spPr>
        <a:xfrm>
          <a:off x="3768397" y="70170"/>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b="0" kern="1200" dirty="0" smtClean="0"/>
            <a:t>Manual Test Data management processes</a:t>
          </a:r>
          <a:endParaRPr lang="en-US" sz="1000" b="0" kern="1200" dirty="0"/>
        </a:p>
      </dsp:txBody>
      <dsp:txXfrm>
        <a:off x="4108035" y="70170"/>
        <a:ext cx="1018916" cy="679276"/>
      </dsp:txXfrm>
    </dsp:sp>
    <dsp:sp modelId="{5915E3BF-FAF0-4097-8BF0-8F2B77B9FE99}">
      <dsp:nvSpPr>
        <dsp:cNvPr id="0" name=""/>
        <dsp:cNvSpPr/>
      </dsp:nvSpPr>
      <dsp:spPr>
        <a:xfrm>
          <a:off x="5228842" y="70170"/>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kern="1200" dirty="0" smtClean="0"/>
            <a:t>5 days of Regression Testing window with additional contingency</a:t>
          </a:r>
          <a:endParaRPr lang="en-US" sz="1000" b="1" kern="1200" dirty="0"/>
        </a:p>
      </dsp:txBody>
      <dsp:txXfrm>
        <a:off x="5568480" y="70170"/>
        <a:ext cx="1018916" cy="679276"/>
      </dsp:txXfrm>
    </dsp:sp>
    <dsp:sp modelId="{F9178208-CC63-4C2F-9D79-DA89BDCFE47D}">
      <dsp:nvSpPr>
        <dsp:cNvPr id="0" name=""/>
        <dsp:cNvSpPr/>
      </dsp:nvSpPr>
      <dsp:spPr>
        <a:xfrm>
          <a:off x="6689288" y="70170"/>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b="0" kern="1200" dirty="0" smtClean="0"/>
            <a:t>No consolidated reporting</a:t>
          </a:r>
          <a:endParaRPr lang="en-US" sz="1000" b="0" kern="1200" dirty="0"/>
        </a:p>
      </dsp:txBody>
      <dsp:txXfrm>
        <a:off x="7028926" y="70170"/>
        <a:ext cx="1018916" cy="679276"/>
      </dsp:txXfrm>
    </dsp:sp>
    <dsp:sp modelId="{46DDC211-0927-4800-A0D4-564DD32519D7}">
      <dsp:nvSpPr>
        <dsp:cNvPr id="0" name=""/>
        <dsp:cNvSpPr/>
      </dsp:nvSpPr>
      <dsp:spPr>
        <a:xfrm>
          <a:off x="527919" y="933588"/>
          <a:ext cx="2046014" cy="818405"/>
        </a:xfrm>
        <a:prstGeom prst="chevron">
          <a:avLst/>
        </a:prstGeom>
        <a:solidFill>
          <a:schemeClr val="bg1">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rtl="0">
            <a:lnSpc>
              <a:spcPct val="90000"/>
            </a:lnSpc>
            <a:spcBef>
              <a:spcPct val="0"/>
            </a:spcBef>
            <a:spcAft>
              <a:spcPct val="35000"/>
            </a:spcAft>
          </a:pPr>
          <a:r>
            <a:rPr lang="en-US" sz="2000" kern="1200" dirty="0" smtClean="0"/>
            <a:t>Quality</a:t>
          </a:r>
          <a:endParaRPr lang="en-US" sz="2000" kern="1200" dirty="0"/>
        </a:p>
      </dsp:txBody>
      <dsp:txXfrm>
        <a:off x="937122" y="933588"/>
        <a:ext cx="1227609" cy="818405"/>
      </dsp:txXfrm>
    </dsp:sp>
    <dsp:sp modelId="{5538B159-10E5-4FA7-94A8-22775A8F4FFC}">
      <dsp:nvSpPr>
        <dsp:cNvPr id="0" name=""/>
        <dsp:cNvSpPr/>
      </dsp:nvSpPr>
      <dsp:spPr>
        <a:xfrm>
          <a:off x="2307952" y="1003152"/>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kern="1200" dirty="0" smtClean="0"/>
            <a:t>No Testing review process</a:t>
          </a:r>
          <a:endParaRPr lang="en-US" sz="1000" kern="1200" dirty="0"/>
        </a:p>
      </dsp:txBody>
      <dsp:txXfrm>
        <a:off x="2647590" y="1003152"/>
        <a:ext cx="1018916" cy="679276"/>
      </dsp:txXfrm>
    </dsp:sp>
    <dsp:sp modelId="{02C8CCB5-4DF5-41C8-AF3A-EB36C486B70C}">
      <dsp:nvSpPr>
        <dsp:cNvPr id="0" name=""/>
        <dsp:cNvSpPr/>
      </dsp:nvSpPr>
      <dsp:spPr>
        <a:xfrm>
          <a:off x="3768397" y="1003152"/>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kern="1200" dirty="0" smtClean="0"/>
            <a:t>proof of testing not uniform/available</a:t>
          </a:r>
          <a:endParaRPr lang="en-US" sz="1000" kern="1200" dirty="0"/>
        </a:p>
      </dsp:txBody>
      <dsp:txXfrm>
        <a:off x="4108035" y="1003152"/>
        <a:ext cx="1018916" cy="679276"/>
      </dsp:txXfrm>
    </dsp:sp>
    <dsp:sp modelId="{515815F6-2931-4F10-8154-F3B8F2D8027B}">
      <dsp:nvSpPr>
        <dsp:cNvPr id="0" name=""/>
        <dsp:cNvSpPr/>
      </dsp:nvSpPr>
      <dsp:spPr>
        <a:xfrm>
          <a:off x="5228842" y="1003152"/>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kern="1200" dirty="0" smtClean="0"/>
            <a:t>Testing Co-ordination and impact analysis disconnects</a:t>
          </a:r>
          <a:endParaRPr lang="en-US" sz="1000" kern="1200" dirty="0"/>
        </a:p>
      </dsp:txBody>
      <dsp:txXfrm>
        <a:off x="5568480" y="1003152"/>
        <a:ext cx="1018916" cy="679276"/>
      </dsp:txXfrm>
    </dsp:sp>
    <dsp:sp modelId="{D1739584-6B41-4F3A-AF9C-23E0FE516847}">
      <dsp:nvSpPr>
        <dsp:cNvPr id="0" name=""/>
        <dsp:cNvSpPr/>
      </dsp:nvSpPr>
      <dsp:spPr>
        <a:xfrm>
          <a:off x="6689288" y="1003152"/>
          <a:ext cx="1698192" cy="679276"/>
        </a:xfrm>
        <a:prstGeom prst="chevron">
          <a:avLst/>
        </a:prstGeom>
        <a:solidFill>
          <a:schemeClr val="bg1">
            <a:lumMod val="9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6350" rIns="0" bIns="6350" numCol="1" spcCol="1270" anchor="ctr" anchorCtr="0">
          <a:noAutofit/>
        </a:bodyPr>
        <a:lstStyle/>
        <a:p>
          <a:pPr lvl="0" algn="ctr" defTabSz="444500" rtl="0">
            <a:lnSpc>
              <a:spcPct val="90000"/>
            </a:lnSpc>
            <a:spcBef>
              <a:spcPct val="0"/>
            </a:spcBef>
            <a:spcAft>
              <a:spcPct val="35000"/>
            </a:spcAft>
          </a:pPr>
          <a:r>
            <a:rPr lang="en-US" sz="1000" kern="1200" dirty="0" smtClean="0"/>
            <a:t>Lack of Targeted testing</a:t>
          </a:r>
          <a:endParaRPr lang="en-US" sz="1000" kern="1200" dirty="0"/>
        </a:p>
      </dsp:txBody>
      <dsp:txXfrm>
        <a:off x="7028926" y="1003152"/>
        <a:ext cx="1018916" cy="6792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3724DA-9F26-4957-AC8A-48F6CC25EC87}">
      <dsp:nvSpPr>
        <dsp:cNvPr id="0" name=""/>
        <dsp:cNvSpPr/>
      </dsp:nvSpPr>
      <dsp:spPr>
        <a:xfrm>
          <a:off x="1206499" y="624722"/>
          <a:ext cx="761999" cy="762092"/>
        </a:xfrm>
        <a:prstGeom prst="ellipse">
          <a:avLst/>
        </a:prstGeom>
        <a:solidFill>
          <a:srgbClr val="FDE0A5"/>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46329F64-586F-4592-8F8C-96656E1BF3D3}">
      <dsp:nvSpPr>
        <dsp:cNvPr id="0" name=""/>
        <dsp:cNvSpPr/>
      </dsp:nvSpPr>
      <dsp:spPr>
        <a:xfrm>
          <a:off x="1150936" y="29906"/>
          <a:ext cx="873124" cy="46725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OTC</a:t>
          </a:r>
          <a:endParaRPr lang="en-US" sz="1200" b="1" kern="1200" dirty="0"/>
        </a:p>
      </dsp:txBody>
      <dsp:txXfrm>
        <a:off x="1150936" y="29906"/>
        <a:ext cx="873124" cy="467255"/>
      </dsp:txXfrm>
    </dsp:sp>
    <dsp:sp modelId="{4B731813-E561-41AD-AC7F-1E40153C5735}">
      <dsp:nvSpPr>
        <dsp:cNvPr id="0" name=""/>
        <dsp:cNvSpPr/>
      </dsp:nvSpPr>
      <dsp:spPr>
        <a:xfrm>
          <a:off x="1430019" y="732190"/>
          <a:ext cx="761999" cy="762092"/>
        </a:xfrm>
        <a:prstGeom prst="ellipse">
          <a:avLst/>
        </a:prstGeom>
        <a:solidFill>
          <a:srgbClr val="FDE0A5"/>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7606CF8A-6262-4CA7-813A-30E2C3D084F1}">
      <dsp:nvSpPr>
        <dsp:cNvPr id="0" name=""/>
        <dsp:cNvSpPr/>
      </dsp:nvSpPr>
      <dsp:spPr>
        <a:xfrm>
          <a:off x="2285998" y="473798"/>
          <a:ext cx="825499" cy="5139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Pricing</a:t>
          </a:r>
          <a:endParaRPr lang="en-US" sz="1200" b="1" kern="1200" dirty="0"/>
        </a:p>
      </dsp:txBody>
      <dsp:txXfrm>
        <a:off x="2285998" y="473798"/>
        <a:ext cx="825499" cy="513980"/>
      </dsp:txXfrm>
    </dsp:sp>
    <dsp:sp modelId="{4C9F9947-EBC0-4B6D-A512-803E6ECF43D1}">
      <dsp:nvSpPr>
        <dsp:cNvPr id="0" name=""/>
        <dsp:cNvSpPr/>
      </dsp:nvSpPr>
      <dsp:spPr>
        <a:xfrm>
          <a:off x="1484946" y="973995"/>
          <a:ext cx="761999" cy="762092"/>
        </a:xfrm>
        <a:prstGeom prst="ellipse">
          <a:avLst/>
        </a:prstGeom>
        <a:solidFill>
          <a:srgbClr val="FDE0A5"/>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AA5848F1-9E6D-4885-83EA-BAE078B6D9D0}">
      <dsp:nvSpPr>
        <dsp:cNvPr id="0" name=""/>
        <dsp:cNvSpPr/>
      </dsp:nvSpPr>
      <dsp:spPr>
        <a:xfrm>
          <a:off x="2365373" y="1127955"/>
          <a:ext cx="809624" cy="54902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FI</a:t>
          </a:r>
          <a:endParaRPr lang="en-US" sz="1200" b="1" kern="1200" dirty="0"/>
        </a:p>
      </dsp:txBody>
      <dsp:txXfrm>
        <a:off x="2365373" y="1127955"/>
        <a:ext cx="809624" cy="549024"/>
      </dsp:txXfrm>
    </dsp:sp>
    <dsp:sp modelId="{DA16FF29-5B92-47A2-873A-4D3B8F095DFB}">
      <dsp:nvSpPr>
        <dsp:cNvPr id="0" name=""/>
        <dsp:cNvSpPr/>
      </dsp:nvSpPr>
      <dsp:spPr>
        <a:xfrm>
          <a:off x="1330324" y="1167906"/>
          <a:ext cx="761999" cy="762092"/>
        </a:xfrm>
        <a:prstGeom prst="ellipse">
          <a:avLst/>
        </a:prstGeom>
        <a:solidFill>
          <a:srgbClr val="FDE0A5"/>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ACAF6904-F711-412C-8187-65F61834B1B6}">
      <dsp:nvSpPr>
        <dsp:cNvPr id="0" name=""/>
        <dsp:cNvSpPr/>
      </dsp:nvSpPr>
      <dsp:spPr>
        <a:xfrm>
          <a:off x="2016123" y="1863882"/>
          <a:ext cx="873124" cy="50229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CTC</a:t>
          </a:r>
          <a:endParaRPr lang="en-US" sz="1200" b="1" kern="1200" dirty="0"/>
        </a:p>
      </dsp:txBody>
      <dsp:txXfrm>
        <a:off x="2016123" y="1863882"/>
        <a:ext cx="873124" cy="502299"/>
      </dsp:txXfrm>
    </dsp:sp>
    <dsp:sp modelId="{82AC2BC2-77B0-46B6-BE22-1EF3C234684D}">
      <dsp:nvSpPr>
        <dsp:cNvPr id="0" name=""/>
        <dsp:cNvSpPr/>
      </dsp:nvSpPr>
      <dsp:spPr>
        <a:xfrm>
          <a:off x="1082674" y="1167906"/>
          <a:ext cx="761999" cy="762092"/>
        </a:xfrm>
        <a:prstGeom prst="ellipse">
          <a:avLst/>
        </a:prstGeom>
        <a:solidFill>
          <a:srgbClr val="FDE0A5"/>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AFB3DE99-D2F8-43AB-99EF-7D553914552E}">
      <dsp:nvSpPr>
        <dsp:cNvPr id="0" name=""/>
        <dsp:cNvSpPr/>
      </dsp:nvSpPr>
      <dsp:spPr>
        <a:xfrm>
          <a:off x="285749" y="1863882"/>
          <a:ext cx="873124" cy="50229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Logistics</a:t>
          </a:r>
          <a:endParaRPr lang="en-US" sz="1200" b="1" kern="1200" dirty="0"/>
        </a:p>
      </dsp:txBody>
      <dsp:txXfrm>
        <a:off x="285749" y="1863882"/>
        <a:ext cx="873124" cy="502299"/>
      </dsp:txXfrm>
    </dsp:sp>
    <dsp:sp modelId="{EF4431E4-7C8B-4C35-937E-FDEBAC147E06}">
      <dsp:nvSpPr>
        <dsp:cNvPr id="0" name=""/>
        <dsp:cNvSpPr/>
      </dsp:nvSpPr>
      <dsp:spPr>
        <a:xfrm>
          <a:off x="928051" y="973995"/>
          <a:ext cx="761999" cy="762092"/>
        </a:xfrm>
        <a:prstGeom prst="ellipse">
          <a:avLst/>
        </a:prstGeom>
        <a:solidFill>
          <a:schemeClr val="accent1">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C0E68640-3C12-4FFD-BE4C-05C2E78BDFC6}">
      <dsp:nvSpPr>
        <dsp:cNvPr id="0" name=""/>
        <dsp:cNvSpPr/>
      </dsp:nvSpPr>
      <dsp:spPr>
        <a:xfrm>
          <a:off x="0" y="1127955"/>
          <a:ext cx="809624" cy="54902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PTS</a:t>
          </a:r>
          <a:endParaRPr lang="en-US" sz="1200" b="1" kern="1200" dirty="0"/>
        </a:p>
      </dsp:txBody>
      <dsp:txXfrm>
        <a:off x="0" y="1127955"/>
        <a:ext cx="809624" cy="549024"/>
      </dsp:txXfrm>
    </dsp:sp>
    <dsp:sp modelId="{19B27F1C-FDE7-4B91-97EA-424006F6E65A}">
      <dsp:nvSpPr>
        <dsp:cNvPr id="0" name=""/>
        <dsp:cNvSpPr/>
      </dsp:nvSpPr>
      <dsp:spPr>
        <a:xfrm>
          <a:off x="982979" y="732190"/>
          <a:ext cx="761999" cy="762092"/>
        </a:xfrm>
        <a:prstGeom prst="ellipse">
          <a:avLst/>
        </a:prstGeom>
        <a:solidFill>
          <a:schemeClr val="accent1">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sp>
    <dsp:sp modelId="{9A26A879-0F83-41E0-9F11-82C300744F95}">
      <dsp:nvSpPr>
        <dsp:cNvPr id="0" name=""/>
        <dsp:cNvSpPr/>
      </dsp:nvSpPr>
      <dsp:spPr>
        <a:xfrm>
          <a:off x="63499" y="473798"/>
          <a:ext cx="825499" cy="5139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b="1" kern="1200" dirty="0" smtClean="0"/>
            <a:t>STS</a:t>
          </a:r>
          <a:endParaRPr lang="en-US" sz="1200" b="1" kern="1200" dirty="0"/>
        </a:p>
      </dsp:txBody>
      <dsp:txXfrm>
        <a:off x="63499" y="473798"/>
        <a:ext cx="825499" cy="5139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4E26C-E1E5-457D-B2D7-1E818B7BDB68}">
      <dsp:nvSpPr>
        <dsp:cNvPr id="0" name=""/>
        <dsp:cNvSpPr/>
      </dsp:nvSpPr>
      <dsp:spPr>
        <a:xfrm>
          <a:off x="0" y="0"/>
          <a:ext cx="5450618" cy="654199"/>
        </a:xfrm>
        <a:prstGeom prst="roundRect">
          <a:avLst>
            <a:gd name="adj" fmla="val 8500"/>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03877" numCol="1" spcCol="1270" anchor="t" anchorCtr="0">
          <a:noAutofit/>
        </a:bodyPr>
        <a:lstStyle/>
        <a:p>
          <a:pPr lvl="0" algn="ctr" defTabSz="533400">
            <a:lnSpc>
              <a:spcPct val="90000"/>
            </a:lnSpc>
            <a:spcBef>
              <a:spcPct val="0"/>
            </a:spcBef>
            <a:spcAft>
              <a:spcPct val="35000"/>
            </a:spcAft>
          </a:pPr>
          <a:r>
            <a:rPr lang="en-US" sz="1200" kern="1200" dirty="0" smtClean="0"/>
            <a:t>PDSC Regression Suite (912)</a:t>
          </a:r>
          <a:endParaRPr lang="en-US" sz="1200" kern="1200" dirty="0"/>
        </a:p>
      </dsp:txBody>
      <dsp:txXfrm>
        <a:off x="16287" y="16287"/>
        <a:ext cx="5418044" cy="621625"/>
      </dsp:txXfrm>
    </dsp:sp>
    <dsp:sp modelId="{8C2B348B-B3E3-442D-9D01-9930AE07AA40}">
      <dsp:nvSpPr>
        <dsp:cNvPr id="0" name=""/>
        <dsp:cNvSpPr/>
      </dsp:nvSpPr>
      <dsp:spPr>
        <a:xfrm>
          <a:off x="136265" y="294389"/>
          <a:ext cx="1279351" cy="294389"/>
        </a:xfrm>
        <a:prstGeom prst="roundRect">
          <a:avLst>
            <a:gd name="adj" fmla="val 10500"/>
          </a:avLst>
        </a:prstGeom>
        <a:solidFill>
          <a:schemeClr val="accent1">
            <a:lumMod val="75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DISTRACK (617)</a:t>
          </a:r>
          <a:endParaRPr lang="en-US" sz="900" kern="1200" dirty="0"/>
        </a:p>
      </dsp:txBody>
      <dsp:txXfrm>
        <a:off x="145318" y="303442"/>
        <a:ext cx="1261245" cy="276283"/>
      </dsp:txXfrm>
    </dsp:sp>
    <dsp:sp modelId="{E25D3232-168E-47BF-B2E6-BF71901DDC7E}">
      <dsp:nvSpPr>
        <dsp:cNvPr id="0" name=""/>
        <dsp:cNvSpPr/>
      </dsp:nvSpPr>
      <dsp:spPr>
        <a:xfrm>
          <a:off x="1435817" y="294389"/>
          <a:ext cx="1279351" cy="294389"/>
        </a:xfrm>
        <a:prstGeom prst="roundRect">
          <a:avLst>
            <a:gd name="adj" fmla="val 10500"/>
          </a:avLst>
        </a:prstGeom>
        <a:solidFill>
          <a:schemeClr val="accent1">
            <a:lumMod val="75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SCORE (125)</a:t>
          </a:r>
          <a:endParaRPr lang="en-US" sz="900" kern="1200" dirty="0"/>
        </a:p>
      </dsp:txBody>
      <dsp:txXfrm>
        <a:off x="1444870" y="303442"/>
        <a:ext cx="1261245" cy="276283"/>
      </dsp:txXfrm>
    </dsp:sp>
    <dsp:sp modelId="{B419295B-7691-40A4-B31D-DF658C3177F2}">
      <dsp:nvSpPr>
        <dsp:cNvPr id="0" name=""/>
        <dsp:cNvSpPr/>
      </dsp:nvSpPr>
      <dsp:spPr>
        <a:xfrm>
          <a:off x="2735369" y="294389"/>
          <a:ext cx="1279351" cy="294389"/>
        </a:xfrm>
        <a:prstGeom prst="roundRect">
          <a:avLst>
            <a:gd name="adj" fmla="val 10500"/>
          </a:avLst>
        </a:prstGeom>
        <a:solidFill>
          <a:schemeClr val="accent1">
            <a:lumMod val="75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CORE DB (114)</a:t>
          </a:r>
          <a:endParaRPr lang="en-US" sz="900" kern="1200" dirty="0"/>
        </a:p>
      </dsp:txBody>
      <dsp:txXfrm>
        <a:off x="2744422" y="303442"/>
        <a:ext cx="1261245" cy="276283"/>
      </dsp:txXfrm>
    </dsp:sp>
    <dsp:sp modelId="{8513B183-337E-4B1D-99C4-465567F48F97}">
      <dsp:nvSpPr>
        <dsp:cNvPr id="0" name=""/>
        <dsp:cNvSpPr/>
      </dsp:nvSpPr>
      <dsp:spPr>
        <a:xfrm>
          <a:off x="4034921" y="294389"/>
          <a:ext cx="1279351" cy="294389"/>
        </a:xfrm>
        <a:prstGeom prst="roundRect">
          <a:avLst>
            <a:gd name="adj" fmla="val 10500"/>
          </a:avLst>
        </a:prstGeom>
        <a:solidFill>
          <a:schemeClr val="accent1">
            <a:lumMod val="75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RECALL (56)</a:t>
          </a:r>
          <a:endParaRPr lang="en-US" sz="900" kern="1200" dirty="0"/>
        </a:p>
      </dsp:txBody>
      <dsp:txXfrm>
        <a:off x="4043974" y="303442"/>
        <a:ext cx="1261245" cy="2762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C72822-A029-4A46-8A3D-6C21CB81C53D}">
      <dsp:nvSpPr>
        <dsp:cNvPr id="0" name=""/>
        <dsp:cNvSpPr/>
      </dsp:nvSpPr>
      <dsp:spPr>
        <a:xfrm>
          <a:off x="2510" y="361833"/>
          <a:ext cx="950770" cy="670327"/>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b="0" kern="1200" dirty="0" smtClean="0"/>
            <a:t>Identification of High level scenarios</a:t>
          </a:r>
          <a:endParaRPr lang="en-US" sz="1100" b="0" kern="1200" dirty="0"/>
        </a:p>
      </dsp:txBody>
      <dsp:txXfrm>
        <a:off x="22143" y="381466"/>
        <a:ext cx="911504" cy="631061"/>
      </dsp:txXfrm>
    </dsp:sp>
    <dsp:sp modelId="{402C3B02-591B-477B-B71D-A7CE31710F39}">
      <dsp:nvSpPr>
        <dsp:cNvPr id="0" name=""/>
        <dsp:cNvSpPr/>
      </dsp:nvSpPr>
      <dsp:spPr>
        <a:xfrm>
          <a:off x="1048358" y="579101"/>
          <a:ext cx="201563" cy="235791"/>
        </a:xfrm>
        <a:prstGeom prst="rightArrow">
          <a:avLst>
            <a:gd name="adj1" fmla="val 60000"/>
            <a:gd name="adj2" fmla="val 5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1048358" y="626259"/>
        <a:ext cx="141094" cy="141475"/>
      </dsp:txXfrm>
    </dsp:sp>
    <dsp:sp modelId="{E0088916-2F3F-4B3E-A882-E8DA078EE523}">
      <dsp:nvSpPr>
        <dsp:cNvPr id="0" name=""/>
        <dsp:cNvSpPr/>
      </dsp:nvSpPr>
      <dsp:spPr>
        <a:xfrm>
          <a:off x="1333589" y="371496"/>
          <a:ext cx="950770" cy="651002"/>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Review session with stakeholder </a:t>
          </a:r>
          <a:endParaRPr lang="en-US" sz="1100" kern="1200" dirty="0"/>
        </a:p>
      </dsp:txBody>
      <dsp:txXfrm>
        <a:off x="1352656" y="390563"/>
        <a:ext cx="912636" cy="612868"/>
      </dsp:txXfrm>
    </dsp:sp>
    <dsp:sp modelId="{795B99E7-84D0-4973-8CE3-68B46B3576F1}">
      <dsp:nvSpPr>
        <dsp:cNvPr id="0" name=""/>
        <dsp:cNvSpPr/>
      </dsp:nvSpPr>
      <dsp:spPr>
        <a:xfrm>
          <a:off x="2379437" y="579101"/>
          <a:ext cx="201563" cy="235791"/>
        </a:xfrm>
        <a:prstGeom prst="rightArrow">
          <a:avLst>
            <a:gd name="adj1" fmla="val 60000"/>
            <a:gd name="adj2" fmla="val 5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2379437" y="626259"/>
        <a:ext cx="141094" cy="141475"/>
      </dsp:txXfrm>
    </dsp:sp>
    <dsp:sp modelId="{C2FF4AF8-651B-45B0-A372-89EB07E85B11}">
      <dsp:nvSpPr>
        <dsp:cNvPr id="0" name=""/>
        <dsp:cNvSpPr/>
      </dsp:nvSpPr>
      <dsp:spPr>
        <a:xfrm>
          <a:off x="2664669" y="371655"/>
          <a:ext cx="950770" cy="650683"/>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t>Sign-off / Approval</a:t>
          </a:r>
          <a:endParaRPr lang="en-US" sz="1000" kern="1200" dirty="0"/>
        </a:p>
      </dsp:txBody>
      <dsp:txXfrm>
        <a:off x="2683727" y="390713"/>
        <a:ext cx="912654" cy="612567"/>
      </dsp:txXfrm>
    </dsp:sp>
    <dsp:sp modelId="{01F56B9D-9688-49BE-ACAB-6EC6830C4CFB}">
      <dsp:nvSpPr>
        <dsp:cNvPr id="0" name=""/>
        <dsp:cNvSpPr/>
      </dsp:nvSpPr>
      <dsp:spPr>
        <a:xfrm>
          <a:off x="3710517" y="579101"/>
          <a:ext cx="201563" cy="235791"/>
        </a:xfrm>
        <a:prstGeom prst="rightArrow">
          <a:avLst>
            <a:gd name="adj1" fmla="val 60000"/>
            <a:gd name="adj2" fmla="val 5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3710517" y="626259"/>
        <a:ext cx="141094" cy="141475"/>
      </dsp:txXfrm>
    </dsp:sp>
    <dsp:sp modelId="{6BD60E14-9FBA-4BFB-8665-46E83AA6EBC4}">
      <dsp:nvSpPr>
        <dsp:cNvPr id="0" name=""/>
        <dsp:cNvSpPr/>
      </dsp:nvSpPr>
      <dsp:spPr>
        <a:xfrm>
          <a:off x="3995748" y="371655"/>
          <a:ext cx="950770" cy="650683"/>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t>Knowledge Transfer</a:t>
          </a:r>
          <a:endParaRPr lang="en-US" sz="1000" kern="1200" dirty="0"/>
        </a:p>
      </dsp:txBody>
      <dsp:txXfrm>
        <a:off x="4014806" y="390713"/>
        <a:ext cx="912654" cy="612567"/>
      </dsp:txXfrm>
    </dsp:sp>
    <dsp:sp modelId="{5337444F-8563-47DF-832B-16CF8DA74CF5}">
      <dsp:nvSpPr>
        <dsp:cNvPr id="0" name=""/>
        <dsp:cNvSpPr/>
      </dsp:nvSpPr>
      <dsp:spPr>
        <a:xfrm>
          <a:off x="5041596" y="579101"/>
          <a:ext cx="201563" cy="235791"/>
        </a:xfrm>
        <a:prstGeom prst="rightArrow">
          <a:avLst>
            <a:gd name="adj1" fmla="val 60000"/>
            <a:gd name="adj2" fmla="val 5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5041596" y="626259"/>
        <a:ext cx="141094" cy="141475"/>
      </dsp:txXfrm>
    </dsp:sp>
    <dsp:sp modelId="{E7721648-FA35-48D9-9BF8-AA08A1D38B1C}">
      <dsp:nvSpPr>
        <dsp:cNvPr id="0" name=""/>
        <dsp:cNvSpPr/>
      </dsp:nvSpPr>
      <dsp:spPr>
        <a:xfrm>
          <a:off x="5326827" y="371655"/>
          <a:ext cx="950770" cy="650683"/>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t>Manual Test Case Development</a:t>
          </a:r>
          <a:endParaRPr lang="en-US" sz="1000" kern="1200" dirty="0"/>
        </a:p>
      </dsp:txBody>
      <dsp:txXfrm>
        <a:off x="5345885" y="390713"/>
        <a:ext cx="912654" cy="612567"/>
      </dsp:txXfrm>
    </dsp:sp>
    <dsp:sp modelId="{BE60F196-1D16-4FC2-9F28-5694B6EA5FD6}">
      <dsp:nvSpPr>
        <dsp:cNvPr id="0" name=""/>
        <dsp:cNvSpPr/>
      </dsp:nvSpPr>
      <dsp:spPr>
        <a:xfrm>
          <a:off x="6372675" y="579101"/>
          <a:ext cx="201563" cy="235791"/>
        </a:xfrm>
        <a:prstGeom prst="rightArrow">
          <a:avLst>
            <a:gd name="adj1" fmla="val 60000"/>
            <a:gd name="adj2" fmla="val 5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6372675" y="626259"/>
        <a:ext cx="141094" cy="141475"/>
      </dsp:txXfrm>
    </dsp:sp>
    <dsp:sp modelId="{6D3B8BAF-A746-4858-98BF-EEB0B94BAF2A}">
      <dsp:nvSpPr>
        <dsp:cNvPr id="0" name=""/>
        <dsp:cNvSpPr/>
      </dsp:nvSpPr>
      <dsp:spPr>
        <a:xfrm>
          <a:off x="6657907" y="371655"/>
          <a:ext cx="950770" cy="650683"/>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t>Automation Planning &amp; Script Development</a:t>
          </a:r>
          <a:endParaRPr lang="en-US" sz="1000" kern="1200" dirty="0"/>
        </a:p>
      </dsp:txBody>
      <dsp:txXfrm>
        <a:off x="6676965" y="390713"/>
        <a:ext cx="912654" cy="612567"/>
      </dsp:txXfrm>
    </dsp:sp>
    <dsp:sp modelId="{0667BC35-009A-4BAE-B2AA-6CBE857EC448}">
      <dsp:nvSpPr>
        <dsp:cNvPr id="0" name=""/>
        <dsp:cNvSpPr/>
      </dsp:nvSpPr>
      <dsp:spPr>
        <a:xfrm>
          <a:off x="7703755" y="579101"/>
          <a:ext cx="201563" cy="235791"/>
        </a:xfrm>
        <a:prstGeom prst="rightArrow">
          <a:avLst>
            <a:gd name="adj1" fmla="val 60000"/>
            <a:gd name="adj2" fmla="val 5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US" sz="800" kern="1200"/>
        </a:p>
      </dsp:txBody>
      <dsp:txXfrm>
        <a:off x="7703755" y="626259"/>
        <a:ext cx="141094" cy="141475"/>
      </dsp:txXfrm>
    </dsp:sp>
    <dsp:sp modelId="{C57F4524-D922-4641-A708-3A565BEA892E}">
      <dsp:nvSpPr>
        <dsp:cNvPr id="0" name=""/>
        <dsp:cNvSpPr/>
      </dsp:nvSpPr>
      <dsp:spPr>
        <a:xfrm>
          <a:off x="7988986" y="371655"/>
          <a:ext cx="950770" cy="650683"/>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t>Automation Script        Sign - off</a:t>
          </a:r>
          <a:endParaRPr lang="en-US" sz="1000" kern="1200" dirty="0"/>
        </a:p>
      </dsp:txBody>
      <dsp:txXfrm>
        <a:off x="8008044" y="390713"/>
        <a:ext cx="912654" cy="6125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6484F-D7D7-4C04-BAA8-2831942C94ED}">
      <dsp:nvSpPr>
        <dsp:cNvPr id="0" name=""/>
        <dsp:cNvSpPr/>
      </dsp:nvSpPr>
      <dsp:spPr>
        <a:xfrm>
          <a:off x="893917" y="81566"/>
          <a:ext cx="3226419" cy="469889"/>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74595" numCol="1" spcCol="1270" anchor="ctr" anchorCtr="0">
          <a:noAutofit/>
        </a:bodyPr>
        <a:lstStyle/>
        <a:p>
          <a:pPr lvl="0" algn="l" defTabSz="711200">
            <a:lnSpc>
              <a:spcPct val="90000"/>
            </a:lnSpc>
            <a:spcBef>
              <a:spcPct val="0"/>
            </a:spcBef>
            <a:spcAft>
              <a:spcPct val="35000"/>
            </a:spcAft>
          </a:pPr>
          <a:r>
            <a:rPr lang="en-US" sz="1600" kern="1200" dirty="0" smtClean="0"/>
            <a:t>Pharma - Specialties</a:t>
          </a:r>
          <a:endParaRPr lang="en-US" sz="1600" kern="1200" dirty="0"/>
        </a:p>
      </dsp:txBody>
      <dsp:txXfrm>
        <a:off x="893917" y="199038"/>
        <a:ext cx="3108947" cy="234945"/>
      </dsp:txXfrm>
    </dsp:sp>
    <dsp:sp modelId="{0F2EBD19-14B9-467E-A630-507A590BE98D}">
      <dsp:nvSpPr>
        <dsp:cNvPr id="0" name=""/>
        <dsp:cNvSpPr/>
      </dsp:nvSpPr>
      <dsp:spPr>
        <a:xfrm>
          <a:off x="908433" y="468279"/>
          <a:ext cx="2953675" cy="1019423"/>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u="none" strike="noStrike" kern="1200" dirty="0" smtClean="0">
              <a:effectLst/>
            </a:rPr>
            <a:t>Practice &amp; Advance Practice Analytics</a:t>
          </a:r>
          <a:endParaRPr lang="en-US" sz="1400" kern="1200" dirty="0"/>
        </a:p>
      </dsp:txBody>
      <dsp:txXfrm>
        <a:off x="908433" y="468279"/>
        <a:ext cx="2953675" cy="1019423"/>
      </dsp:txXfrm>
    </dsp:sp>
    <dsp:sp modelId="{ECC9F694-D9A6-4F52-969B-A911E2C72756}">
      <dsp:nvSpPr>
        <dsp:cNvPr id="0" name=""/>
        <dsp:cNvSpPr/>
      </dsp:nvSpPr>
      <dsp:spPr>
        <a:xfrm>
          <a:off x="3948044" y="364094"/>
          <a:ext cx="3591224" cy="469889"/>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74595" numCol="1" spcCol="1270" anchor="ctr" anchorCtr="0">
          <a:noAutofit/>
        </a:bodyPr>
        <a:lstStyle/>
        <a:p>
          <a:pPr lvl="0" algn="l" defTabSz="711200">
            <a:lnSpc>
              <a:spcPct val="90000"/>
            </a:lnSpc>
            <a:spcBef>
              <a:spcPct val="0"/>
            </a:spcBef>
            <a:spcAft>
              <a:spcPct val="35000"/>
            </a:spcAft>
          </a:pPr>
          <a:r>
            <a:rPr lang="en-US" sz="1600" kern="1200" dirty="0" smtClean="0"/>
            <a:t>Pharma - Retail</a:t>
          </a:r>
          <a:endParaRPr lang="en-US" sz="1600" kern="1200" dirty="0"/>
        </a:p>
      </dsp:txBody>
      <dsp:txXfrm>
        <a:off x="3948044" y="481566"/>
        <a:ext cx="3473752" cy="234945"/>
      </dsp:txXfrm>
    </dsp:sp>
    <dsp:sp modelId="{09ADF29B-2585-4EF1-B160-23893BB08B2E}">
      <dsp:nvSpPr>
        <dsp:cNvPr id="0" name=""/>
        <dsp:cNvSpPr/>
      </dsp:nvSpPr>
      <dsp:spPr>
        <a:xfrm>
          <a:off x="3997296" y="740835"/>
          <a:ext cx="3216299" cy="76448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u="none" strike="noStrike" kern="1200" dirty="0" smtClean="0">
              <a:effectLst/>
            </a:rPr>
            <a:t>Managed Care - Continuous Improvement</a:t>
          </a:r>
          <a:endParaRPr lang="en-US" sz="1400" kern="1200" dirty="0"/>
        </a:p>
      </dsp:txBody>
      <dsp:txXfrm>
        <a:off x="3997296" y="740835"/>
        <a:ext cx="3216299" cy="764488"/>
      </dsp:txXfrm>
    </dsp:sp>
    <dsp:sp modelId="{DABD4D9A-C2E5-43E3-8A96-98718A1672EC}">
      <dsp:nvSpPr>
        <dsp:cNvPr id="0" name=""/>
        <dsp:cNvSpPr/>
      </dsp:nvSpPr>
      <dsp:spPr>
        <a:xfrm>
          <a:off x="7310750" y="669274"/>
          <a:ext cx="2689588" cy="469889"/>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74595" numCol="1" spcCol="1270" anchor="ctr" anchorCtr="0">
          <a:noAutofit/>
        </a:bodyPr>
        <a:lstStyle/>
        <a:p>
          <a:pPr lvl="0" algn="l" defTabSz="711200">
            <a:lnSpc>
              <a:spcPct val="90000"/>
            </a:lnSpc>
            <a:spcBef>
              <a:spcPct val="0"/>
            </a:spcBef>
            <a:spcAft>
              <a:spcPct val="35000"/>
            </a:spcAft>
          </a:pPr>
          <a:r>
            <a:rPr lang="en-US" sz="1600" kern="1200" dirty="0" smtClean="0"/>
            <a:t>Medical</a:t>
          </a:r>
          <a:endParaRPr lang="en-US" sz="1600" kern="1200" dirty="0"/>
        </a:p>
      </dsp:txBody>
      <dsp:txXfrm>
        <a:off x="7310750" y="786746"/>
        <a:ext cx="2572116" cy="234945"/>
      </dsp:txXfrm>
    </dsp:sp>
    <dsp:sp modelId="{76DAB546-D15C-4AC6-8AB4-08D2742B355E}">
      <dsp:nvSpPr>
        <dsp:cNvPr id="0" name=""/>
        <dsp:cNvSpPr/>
      </dsp:nvSpPr>
      <dsp:spPr>
        <a:xfrm flipH="1">
          <a:off x="7337779" y="1045952"/>
          <a:ext cx="2386797" cy="44885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kern="1200" dirty="0" err="1" smtClean="0"/>
            <a:t>Optifreight</a:t>
          </a:r>
          <a:endParaRPr lang="en-US" sz="1400" kern="1200" dirty="0"/>
        </a:p>
      </dsp:txBody>
      <dsp:txXfrm>
        <a:off x="7337779" y="1045952"/>
        <a:ext cx="2386797" cy="4488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81093F-D9EC-449D-BB58-A75F8CE824D3}">
      <dsp:nvSpPr>
        <dsp:cNvPr id="0" name=""/>
        <dsp:cNvSpPr/>
      </dsp:nvSpPr>
      <dsp:spPr>
        <a:xfrm>
          <a:off x="2691" y="0"/>
          <a:ext cx="3279342" cy="682061"/>
        </a:xfrm>
        <a:prstGeom prst="chevron">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US" sz="1300" kern="1200" dirty="0" smtClean="0"/>
            <a:t>JIRA</a:t>
          </a:r>
        </a:p>
        <a:p>
          <a:pPr lvl="0" algn="ctr" defTabSz="577850">
            <a:lnSpc>
              <a:spcPct val="90000"/>
            </a:lnSpc>
            <a:spcBef>
              <a:spcPct val="0"/>
            </a:spcBef>
            <a:spcAft>
              <a:spcPct val="35000"/>
            </a:spcAft>
          </a:pPr>
          <a:r>
            <a:rPr lang="en-US" sz="1300" kern="1200" dirty="0" err="1" smtClean="0"/>
            <a:t>Qlikview</a:t>
          </a:r>
          <a:endParaRPr lang="en-US" sz="1300" kern="1200" dirty="0" smtClean="0"/>
        </a:p>
        <a:p>
          <a:pPr lvl="0" algn="ctr" defTabSz="577850">
            <a:lnSpc>
              <a:spcPct val="90000"/>
            </a:lnSpc>
            <a:spcBef>
              <a:spcPct val="0"/>
            </a:spcBef>
            <a:spcAft>
              <a:spcPct val="35000"/>
            </a:spcAft>
          </a:pPr>
          <a:r>
            <a:rPr lang="en-US" sz="1300" kern="1200" dirty="0" smtClean="0"/>
            <a:t>Teradata, SQL Server</a:t>
          </a:r>
          <a:endParaRPr lang="en-US" sz="1300" kern="1200" dirty="0"/>
        </a:p>
      </dsp:txBody>
      <dsp:txXfrm>
        <a:off x="343722" y="0"/>
        <a:ext cx="2597281" cy="682061"/>
      </dsp:txXfrm>
    </dsp:sp>
    <dsp:sp modelId="{33738F33-F531-4250-9383-B5355EA6ED2B}">
      <dsp:nvSpPr>
        <dsp:cNvPr id="0" name=""/>
        <dsp:cNvSpPr/>
      </dsp:nvSpPr>
      <dsp:spPr>
        <a:xfrm>
          <a:off x="2954100" y="0"/>
          <a:ext cx="3279342" cy="682061"/>
        </a:xfrm>
        <a:prstGeom prst="chevron">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US" sz="1300" kern="1200" dirty="0" smtClean="0"/>
            <a:t>JIRA</a:t>
          </a:r>
        </a:p>
        <a:p>
          <a:pPr lvl="0" algn="ctr" defTabSz="577850">
            <a:lnSpc>
              <a:spcPct val="90000"/>
            </a:lnSpc>
            <a:spcBef>
              <a:spcPct val="0"/>
            </a:spcBef>
            <a:spcAft>
              <a:spcPct val="35000"/>
            </a:spcAft>
          </a:pPr>
          <a:r>
            <a:rPr lang="en-US" sz="1300" kern="1200" dirty="0" err="1" smtClean="0"/>
            <a:t>Axure</a:t>
          </a:r>
          <a:endParaRPr lang="en-US" sz="1300" kern="1200" dirty="0" smtClean="0"/>
        </a:p>
        <a:p>
          <a:pPr lvl="0" algn="ctr" defTabSz="577850">
            <a:lnSpc>
              <a:spcPct val="90000"/>
            </a:lnSpc>
            <a:spcBef>
              <a:spcPct val="0"/>
            </a:spcBef>
            <a:spcAft>
              <a:spcPct val="35000"/>
            </a:spcAft>
          </a:pPr>
          <a:r>
            <a:rPr lang="en-US" sz="1300" kern="1200" dirty="0" smtClean="0"/>
            <a:t>SQL Server</a:t>
          </a:r>
          <a:endParaRPr lang="en-US" sz="1300" kern="1200" dirty="0"/>
        </a:p>
      </dsp:txBody>
      <dsp:txXfrm>
        <a:off x="3295131" y="0"/>
        <a:ext cx="2597281" cy="682061"/>
      </dsp:txXfrm>
    </dsp:sp>
    <dsp:sp modelId="{313454A1-EA24-481A-AA06-178154CE0C88}">
      <dsp:nvSpPr>
        <dsp:cNvPr id="0" name=""/>
        <dsp:cNvSpPr/>
      </dsp:nvSpPr>
      <dsp:spPr>
        <a:xfrm>
          <a:off x="5905508" y="0"/>
          <a:ext cx="3279342" cy="682061"/>
        </a:xfrm>
        <a:prstGeom prst="chevron">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US" sz="1300" kern="1200" dirty="0" smtClean="0"/>
            <a:t>JIRA</a:t>
          </a:r>
        </a:p>
        <a:p>
          <a:pPr lvl="0" algn="ctr" defTabSz="577850">
            <a:lnSpc>
              <a:spcPct val="90000"/>
            </a:lnSpc>
            <a:spcBef>
              <a:spcPct val="0"/>
            </a:spcBef>
            <a:spcAft>
              <a:spcPct val="35000"/>
            </a:spcAft>
          </a:pPr>
          <a:r>
            <a:rPr lang="en-US" sz="1300" kern="1200" dirty="0" smtClean="0"/>
            <a:t>Oracle</a:t>
          </a:r>
        </a:p>
        <a:p>
          <a:pPr lvl="0" algn="ctr" defTabSz="577850">
            <a:lnSpc>
              <a:spcPct val="90000"/>
            </a:lnSpc>
            <a:spcBef>
              <a:spcPct val="0"/>
            </a:spcBef>
            <a:spcAft>
              <a:spcPct val="35000"/>
            </a:spcAft>
          </a:pPr>
          <a:r>
            <a:rPr lang="en-US" sz="1300" kern="1200" dirty="0" smtClean="0"/>
            <a:t>SQL Server</a:t>
          </a:r>
          <a:endParaRPr lang="en-US" sz="1300" kern="1200" dirty="0"/>
        </a:p>
      </dsp:txBody>
      <dsp:txXfrm>
        <a:off x="6246539" y="0"/>
        <a:ext cx="2597281" cy="6820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6484F-D7D7-4C04-BAA8-2831942C94ED}">
      <dsp:nvSpPr>
        <dsp:cNvPr id="0" name=""/>
        <dsp:cNvSpPr/>
      </dsp:nvSpPr>
      <dsp:spPr>
        <a:xfrm>
          <a:off x="627068" y="36304"/>
          <a:ext cx="3238267" cy="471653"/>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74875" numCol="1" spcCol="1270" anchor="ctr" anchorCtr="0">
          <a:noAutofit/>
        </a:bodyPr>
        <a:lstStyle/>
        <a:p>
          <a:pPr lvl="0" algn="l" defTabSz="711200">
            <a:lnSpc>
              <a:spcPct val="90000"/>
            </a:lnSpc>
            <a:spcBef>
              <a:spcPct val="0"/>
            </a:spcBef>
            <a:spcAft>
              <a:spcPct val="35000"/>
            </a:spcAft>
          </a:pPr>
          <a:r>
            <a:rPr lang="en-US" sz="1600" kern="1200" dirty="0" smtClean="0"/>
            <a:t>Pharma - Specialties</a:t>
          </a:r>
          <a:endParaRPr lang="en-US" sz="1600" kern="1200" dirty="0"/>
        </a:p>
      </dsp:txBody>
      <dsp:txXfrm>
        <a:off x="627068" y="154217"/>
        <a:ext cx="3120354" cy="235827"/>
      </dsp:txXfrm>
    </dsp:sp>
    <dsp:sp modelId="{0F2EBD19-14B9-467E-A630-507A590BE98D}">
      <dsp:nvSpPr>
        <dsp:cNvPr id="0" name=""/>
        <dsp:cNvSpPr/>
      </dsp:nvSpPr>
      <dsp:spPr>
        <a:xfrm>
          <a:off x="671205" y="430826"/>
          <a:ext cx="2888241" cy="1064093"/>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u="none" strike="noStrike" kern="1200" dirty="0" smtClean="0">
              <a:effectLst/>
            </a:rPr>
            <a:t>Regimen Analyzer</a:t>
          </a:r>
          <a:endParaRPr lang="en-US" sz="1400" kern="1200" dirty="0"/>
        </a:p>
      </dsp:txBody>
      <dsp:txXfrm>
        <a:off x="671205" y="430826"/>
        <a:ext cx="2888241" cy="1064093"/>
      </dsp:txXfrm>
    </dsp:sp>
    <dsp:sp modelId="{ECC9F694-D9A6-4F52-969B-A911E2C72756}">
      <dsp:nvSpPr>
        <dsp:cNvPr id="0" name=""/>
        <dsp:cNvSpPr/>
      </dsp:nvSpPr>
      <dsp:spPr>
        <a:xfrm>
          <a:off x="3692251" y="334352"/>
          <a:ext cx="2802274" cy="471653"/>
        </a:xfrm>
        <a:prstGeom prst="rightArrow">
          <a:avLst>
            <a:gd name="adj1" fmla="val 50000"/>
            <a:gd name="adj2" fmla="val 5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74875" numCol="1" spcCol="1270" anchor="ctr" anchorCtr="0">
          <a:noAutofit/>
        </a:bodyPr>
        <a:lstStyle/>
        <a:p>
          <a:pPr lvl="0" algn="l" defTabSz="711200">
            <a:lnSpc>
              <a:spcPct val="90000"/>
            </a:lnSpc>
            <a:spcBef>
              <a:spcPct val="0"/>
            </a:spcBef>
            <a:spcAft>
              <a:spcPct val="35000"/>
            </a:spcAft>
          </a:pPr>
          <a:r>
            <a:rPr lang="en-US" sz="1600" kern="1200" dirty="0" smtClean="0"/>
            <a:t>Pharma - Retail</a:t>
          </a:r>
          <a:endParaRPr lang="en-US" sz="1600" kern="1200" dirty="0"/>
        </a:p>
      </dsp:txBody>
      <dsp:txXfrm>
        <a:off x="3692251" y="452265"/>
        <a:ext cx="2684361" cy="235827"/>
      </dsp:txXfrm>
    </dsp:sp>
    <dsp:sp modelId="{09ADF29B-2585-4EF1-B160-23893BB08B2E}">
      <dsp:nvSpPr>
        <dsp:cNvPr id="0" name=""/>
        <dsp:cNvSpPr/>
      </dsp:nvSpPr>
      <dsp:spPr>
        <a:xfrm>
          <a:off x="3717821" y="722212"/>
          <a:ext cx="2472510" cy="79139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u="none" strike="noStrike" kern="1200" dirty="0" smtClean="0">
              <a:effectLst/>
            </a:rPr>
            <a:t>PD Retail Electronic Enrollment </a:t>
          </a:r>
          <a:endParaRPr lang="en-US" sz="1400" u="none" strike="noStrike" kern="1200" dirty="0">
            <a:effectLst/>
          </a:endParaRPr>
        </a:p>
      </dsp:txBody>
      <dsp:txXfrm>
        <a:off x="3717821" y="722212"/>
        <a:ext cx="2472510" cy="79139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81093F-D9EC-449D-BB58-A75F8CE824D3}">
      <dsp:nvSpPr>
        <dsp:cNvPr id="0" name=""/>
        <dsp:cNvSpPr/>
      </dsp:nvSpPr>
      <dsp:spPr>
        <a:xfrm>
          <a:off x="5102" y="0"/>
          <a:ext cx="3050258" cy="461585"/>
        </a:xfrm>
        <a:prstGeom prst="chevron">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US" sz="1200" kern="1200" dirty="0" smtClean="0"/>
            <a:t>JIRA</a:t>
          </a:r>
          <a:endParaRPr lang="en-US" sz="1200" kern="1200" dirty="0"/>
        </a:p>
      </dsp:txBody>
      <dsp:txXfrm>
        <a:off x="235895" y="0"/>
        <a:ext cx="2588673" cy="461585"/>
      </dsp:txXfrm>
    </dsp:sp>
    <dsp:sp modelId="{33738F33-F531-4250-9383-B5355EA6ED2B}">
      <dsp:nvSpPr>
        <dsp:cNvPr id="0" name=""/>
        <dsp:cNvSpPr/>
      </dsp:nvSpPr>
      <dsp:spPr>
        <a:xfrm>
          <a:off x="2750335" y="0"/>
          <a:ext cx="3050258" cy="461585"/>
        </a:xfrm>
        <a:prstGeom prst="chevron">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US" sz="1200" kern="1200" dirty="0" smtClean="0"/>
            <a:t>JIRA</a:t>
          </a:r>
          <a:endParaRPr lang="en-US" sz="1200" kern="1200" dirty="0"/>
        </a:p>
      </dsp:txBody>
      <dsp:txXfrm>
        <a:off x="2981128" y="0"/>
        <a:ext cx="2588673" cy="4615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138CC2-8F69-4840-ACDB-3B44E3B867B4}">
      <dsp:nvSpPr>
        <dsp:cNvPr id="0" name=""/>
        <dsp:cNvSpPr/>
      </dsp:nvSpPr>
      <dsp:spPr>
        <a:xfrm>
          <a:off x="0" y="43543"/>
          <a:ext cx="1628702" cy="51837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Requirement Analysis</a:t>
          </a:r>
          <a:endParaRPr lang="en-US" sz="1200" kern="1200" dirty="0"/>
        </a:p>
      </dsp:txBody>
      <dsp:txXfrm>
        <a:off x="259189" y="43543"/>
        <a:ext cx="1110325" cy="518377"/>
      </dsp:txXfrm>
    </dsp:sp>
    <dsp:sp modelId="{28F812AC-7156-42C7-BF48-337FF8103330}">
      <dsp:nvSpPr>
        <dsp:cNvPr id="0" name=""/>
        <dsp:cNvSpPr/>
      </dsp:nvSpPr>
      <dsp:spPr>
        <a:xfrm>
          <a:off x="1452033" y="57324"/>
          <a:ext cx="1075632" cy="51408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Create User Stories</a:t>
          </a:r>
          <a:endParaRPr lang="en-US" sz="1200" kern="1200" dirty="0"/>
        </a:p>
      </dsp:txBody>
      <dsp:txXfrm>
        <a:off x="1709075" y="57324"/>
        <a:ext cx="561549" cy="514083"/>
      </dsp:txXfrm>
    </dsp:sp>
    <dsp:sp modelId="{C12D0268-DAB5-4E01-8572-DC970F5C8638}">
      <dsp:nvSpPr>
        <dsp:cNvPr id="0" name=""/>
        <dsp:cNvSpPr/>
      </dsp:nvSpPr>
      <dsp:spPr>
        <a:xfrm>
          <a:off x="0" y="564294"/>
          <a:ext cx="1295943" cy="51837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Sprint Planning</a:t>
          </a:r>
          <a:endParaRPr lang="en-US" sz="1200" kern="1200" dirty="0"/>
        </a:p>
      </dsp:txBody>
      <dsp:txXfrm>
        <a:off x="259189" y="564294"/>
        <a:ext cx="777566" cy="518377"/>
      </dsp:txXfrm>
    </dsp:sp>
    <dsp:sp modelId="{0B4BA755-146B-4404-884D-998A2EC6631C}">
      <dsp:nvSpPr>
        <dsp:cNvPr id="0" name=""/>
        <dsp:cNvSpPr/>
      </dsp:nvSpPr>
      <dsp:spPr>
        <a:xfrm>
          <a:off x="1140825" y="598171"/>
          <a:ext cx="1329180"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Prioritize User Stories</a:t>
          </a:r>
          <a:endParaRPr lang="en-US" sz="1200" kern="1200" dirty="0"/>
        </a:p>
      </dsp:txBody>
      <dsp:txXfrm>
        <a:off x="1355952" y="598171"/>
        <a:ext cx="898927" cy="430253"/>
      </dsp:txXfrm>
    </dsp:sp>
    <dsp:sp modelId="{BE31AAA8-1EC3-4117-A602-C7323F77DB6A}">
      <dsp:nvSpPr>
        <dsp:cNvPr id="0" name=""/>
        <dsp:cNvSpPr/>
      </dsp:nvSpPr>
      <dsp:spPr>
        <a:xfrm>
          <a:off x="2340295" y="601772"/>
          <a:ext cx="1075632"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Review Backlog</a:t>
          </a:r>
          <a:endParaRPr lang="en-US" sz="1200" kern="1200" dirty="0"/>
        </a:p>
      </dsp:txBody>
      <dsp:txXfrm>
        <a:off x="2555422" y="601772"/>
        <a:ext cx="645379" cy="430253"/>
      </dsp:txXfrm>
    </dsp:sp>
    <dsp:sp modelId="{DAFBA44F-2E00-47E3-BE22-29813D98B7E4}">
      <dsp:nvSpPr>
        <dsp:cNvPr id="0" name=""/>
        <dsp:cNvSpPr/>
      </dsp:nvSpPr>
      <dsp:spPr>
        <a:xfrm>
          <a:off x="0" y="1085315"/>
          <a:ext cx="1295943" cy="51837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3 Amigos</a:t>
          </a:r>
          <a:endParaRPr lang="en-US" sz="1200" kern="1200" dirty="0"/>
        </a:p>
      </dsp:txBody>
      <dsp:txXfrm>
        <a:off x="259189" y="1085315"/>
        <a:ext cx="777566" cy="518377"/>
      </dsp:txXfrm>
    </dsp:sp>
    <dsp:sp modelId="{7DBE2B73-D31E-4CD0-B62B-6E9D527954BA}">
      <dsp:nvSpPr>
        <dsp:cNvPr id="0" name=""/>
        <dsp:cNvSpPr/>
      </dsp:nvSpPr>
      <dsp:spPr>
        <a:xfrm>
          <a:off x="1147193" y="1127617"/>
          <a:ext cx="1075632"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Assign Story Points</a:t>
          </a:r>
          <a:endParaRPr lang="en-US" sz="1200" kern="1200" dirty="0"/>
        </a:p>
      </dsp:txBody>
      <dsp:txXfrm>
        <a:off x="1362320" y="1127617"/>
        <a:ext cx="645379" cy="430253"/>
      </dsp:txXfrm>
    </dsp:sp>
    <dsp:sp modelId="{A55E3472-290A-4EEB-9B81-DD65D0B80F6D}">
      <dsp:nvSpPr>
        <dsp:cNvPr id="0" name=""/>
        <dsp:cNvSpPr/>
      </dsp:nvSpPr>
      <dsp:spPr>
        <a:xfrm>
          <a:off x="2086747" y="1113104"/>
          <a:ext cx="1810020"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Assign Acceptance Criteria</a:t>
          </a:r>
          <a:endParaRPr lang="en-US" sz="1200" kern="1200" dirty="0"/>
        </a:p>
      </dsp:txBody>
      <dsp:txXfrm>
        <a:off x="2301874" y="1113104"/>
        <a:ext cx="1379767" cy="4302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138CC2-8F69-4840-ACDB-3B44E3B867B4}">
      <dsp:nvSpPr>
        <dsp:cNvPr id="0" name=""/>
        <dsp:cNvSpPr/>
      </dsp:nvSpPr>
      <dsp:spPr>
        <a:xfrm>
          <a:off x="0" y="43543"/>
          <a:ext cx="1034680" cy="51837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Stand Up</a:t>
          </a:r>
          <a:endParaRPr lang="en-US" sz="1200" kern="1200" dirty="0"/>
        </a:p>
      </dsp:txBody>
      <dsp:txXfrm>
        <a:off x="259189" y="43543"/>
        <a:ext cx="516303" cy="518377"/>
      </dsp:txXfrm>
    </dsp:sp>
    <dsp:sp modelId="{28F812AC-7156-42C7-BF48-337FF8103330}">
      <dsp:nvSpPr>
        <dsp:cNvPr id="0" name=""/>
        <dsp:cNvSpPr/>
      </dsp:nvSpPr>
      <dsp:spPr>
        <a:xfrm>
          <a:off x="854574" y="84727"/>
          <a:ext cx="1002339"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Status</a:t>
          </a:r>
          <a:endParaRPr lang="en-US" sz="1200" kern="1200" dirty="0"/>
        </a:p>
      </dsp:txBody>
      <dsp:txXfrm>
        <a:off x="1069701" y="84727"/>
        <a:ext cx="572086" cy="430253"/>
      </dsp:txXfrm>
    </dsp:sp>
    <dsp:sp modelId="{C12D0268-DAB5-4E01-8572-DC970F5C8638}">
      <dsp:nvSpPr>
        <dsp:cNvPr id="0" name=""/>
        <dsp:cNvSpPr/>
      </dsp:nvSpPr>
      <dsp:spPr>
        <a:xfrm>
          <a:off x="0" y="535265"/>
          <a:ext cx="1295943" cy="51837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Testing</a:t>
          </a:r>
          <a:endParaRPr lang="en-US" sz="1200" kern="1200" dirty="0"/>
        </a:p>
      </dsp:txBody>
      <dsp:txXfrm>
        <a:off x="259189" y="535265"/>
        <a:ext cx="777566" cy="518377"/>
      </dsp:txXfrm>
    </dsp:sp>
    <dsp:sp modelId="{0B4BA755-146B-4404-884D-998A2EC6631C}">
      <dsp:nvSpPr>
        <dsp:cNvPr id="0" name=""/>
        <dsp:cNvSpPr/>
      </dsp:nvSpPr>
      <dsp:spPr>
        <a:xfrm>
          <a:off x="1137399" y="583659"/>
          <a:ext cx="1220434"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Functional, UI </a:t>
          </a:r>
          <a:endParaRPr lang="en-US" sz="1200" kern="1200" dirty="0"/>
        </a:p>
      </dsp:txBody>
      <dsp:txXfrm>
        <a:off x="1352526" y="583659"/>
        <a:ext cx="790181" cy="430253"/>
      </dsp:txXfrm>
    </dsp:sp>
    <dsp:sp modelId="{BE31AAA8-1EC3-4117-A602-C7323F77DB6A}">
      <dsp:nvSpPr>
        <dsp:cNvPr id="0" name=""/>
        <dsp:cNvSpPr/>
      </dsp:nvSpPr>
      <dsp:spPr>
        <a:xfrm>
          <a:off x="2199103" y="587260"/>
          <a:ext cx="1439906"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Data Validation</a:t>
          </a:r>
          <a:endParaRPr lang="en-US" sz="1200" kern="1200" dirty="0"/>
        </a:p>
      </dsp:txBody>
      <dsp:txXfrm>
        <a:off x="2414230" y="587260"/>
        <a:ext cx="1009653" cy="430253"/>
      </dsp:txXfrm>
    </dsp:sp>
    <dsp:sp modelId="{DAFBA44F-2E00-47E3-BE22-29813D98B7E4}">
      <dsp:nvSpPr>
        <dsp:cNvPr id="0" name=""/>
        <dsp:cNvSpPr/>
      </dsp:nvSpPr>
      <dsp:spPr>
        <a:xfrm>
          <a:off x="0" y="1085315"/>
          <a:ext cx="1607008" cy="51837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Retrospective</a:t>
          </a:r>
          <a:endParaRPr lang="en-US" sz="1200" kern="1200" dirty="0"/>
        </a:p>
      </dsp:txBody>
      <dsp:txXfrm>
        <a:off x="259189" y="1085315"/>
        <a:ext cx="1088631" cy="518377"/>
      </dsp:txXfrm>
    </dsp:sp>
    <dsp:sp modelId="{7DBE2B73-D31E-4CD0-B62B-6E9D527954BA}">
      <dsp:nvSpPr>
        <dsp:cNvPr id="0" name=""/>
        <dsp:cNvSpPr/>
      </dsp:nvSpPr>
      <dsp:spPr>
        <a:xfrm>
          <a:off x="1440343" y="1142129"/>
          <a:ext cx="1075632"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Keep Doing</a:t>
          </a:r>
          <a:endParaRPr lang="en-US" sz="1200" kern="1200" dirty="0"/>
        </a:p>
      </dsp:txBody>
      <dsp:txXfrm>
        <a:off x="1655470" y="1142129"/>
        <a:ext cx="645379" cy="430253"/>
      </dsp:txXfrm>
    </dsp:sp>
    <dsp:sp modelId="{A55E3472-290A-4EEB-9B81-DD65D0B80F6D}">
      <dsp:nvSpPr>
        <dsp:cNvPr id="0" name=""/>
        <dsp:cNvSpPr/>
      </dsp:nvSpPr>
      <dsp:spPr>
        <a:xfrm>
          <a:off x="2379909" y="1142129"/>
          <a:ext cx="1075632" cy="430253"/>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Start Doing</a:t>
          </a:r>
          <a:endParaRPr lang="en-US" sz="1200" kern="1200" dirty="0"/>
        </a:p>
      </dsp:txBody>
      <dsp:txXfrm>
        <a:off x="2595036" y="1142129"/>
        <a:ext cx="645379" cy="43025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5E4851-D039-434C-9F4D-33F82073F914}">
      <dsp:nvSpPr>
        <dsp:cNvPr id="0" name=""/>
        <dsp:cNvSpPr/>
      </dsp:nvSpPr>
      <dsp:spPr>
        <a:xfrm>
          <a:off x="6121" y="606975"/>
          <a:ext cx="2871985" cy="33788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1976DD4B-94D7-4ED4-8BB5-24DD2FDD0F45}">
      <dsp:nvSpPr>
        <dsp:cNvPr id="0" name=""/>
        <dsp:cNvSpPr/>
      </dsp:nvSpPr>
      <dsp:spPr>
        <a:xfrm>
          <a:off x="6121" y="733870"/>
          <a:ext cx="210986" cy="21098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0D9706-0457-4ACE-BE39-23E364608A29}">
      <dsp:nvSpPr>
        <dsp:cNvPr id="0" name=""/>
        <dsp:cNvSpPr/>
      </dsp:nvSpPr>
      <dsp:spPr>
        <a:xfrm>
          <a:off x="6121" y="0"/>
          <a:ext cx="2871985" cy="606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l" defTabSz="800100">
            <a:lnSpc>
              <a:spcPct val="90000"/>
            </a:lnSpc>
            <a:spcBef>
              <a:spcPct val="0"/>
            </a:spcBef>
            <a:spcAft>
              <a:spcPct val="35000"/>
            </a:spcAft>
          </a:pPr>
          <a:r>
            <a:rPr lang="en-US" sz="1800" b="1" kern="1200" dirty="0" smtClean="0"/>
            <a:t>Project</a:t>
          </a:r>
          <a:endParaRPr lang="en-US" sz="1800" b="1" kern="1200" dirty="0"/>
        </a:p>
      </dsp:txBody>
      <dsp:txXfrm>
        <a:off x="6121" y="0"/>
        <a:ext cx="2871985" cy="606975"/>
      </dsp:txXfrm>
    </dsp:sp>
    <dsp:sp modelId="{51F66B82-A175-4EE4-A69C-BA57E74DC180}">
      <dsp:nvSpPr>
        <dsp:cNvPr id="0" name=""/>
        <dsp:cNvSpPr/>
      </dsp:nvSpPr>
      <dsp:spPr>
        <a:xfrm>
          <a:off x="6121" y="1225673"/>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7D6DFD-DA9A-4961-9A4F-C495D1570F0B}">
      <dsp:nvSpPr>
        <dsp:cNvPr id="0" name=""/>
        <dsp:cNvSpPr/>
      </dsp:nvSpPr>
      <dsp:spPr>
        <a:xfrm>
          <a:off x="207160" y="1085264"/>
          <a:ext cx="2670946" cy="491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effectLst/>
            </a:rPr>
            <a:t>Practice &amp; Advance Practice Analytics</a:t>
          </a:r>
          <a:endParaRPr lang="en-US" sz="1400" kern="1200" dirty="0"/>
        </a:p>
      </dsp:txBody>
      <dsp:txXfrm>
        <a:off x="207160" y="1085264"/>
        <a:ext cx="2670946" cy="491797"/>
      </dsp:txXfrm>
    </dsp:sp>
    <dsp:sp modelId="{25312F90-2396-47F6-8322-39E07D9ADE0E}">
      <dsp:nvSpPr>
        <dsp:cNvPr id="0" name=""/>
        <dsp:cNvSpPr/>
      </dsp:nvSpPr>
      <dsp:spPr>
        <a:xfrm>
          <a:off x="1" y="4023143"/>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632D3B-8666-4520-A87F-282E070C472D}">
      <dsp:nvSpPr>
        <dsp:cNvPr id="0" name=""/>
        <dsp:cNvSpPr/>
      </dsp:nvSpPr>
      <dsp:spPr>
        <a:xfrm>
          <a:off x="201044" y="3882679"/>
          <a:ext cx="2670946" cy="491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effectLst/>
            </a:rPr>
            <a:t>Managed Care -  Continuous Improvement</a:t>
          </a:r>
          <a:endParaRPr lang="en-US" sz="1400" kern="1200" dirty="0"/>
        </a:p>
      </dsp:txBody>
      <dsp:txXfrm>
        <a:off x="201044" y="3882679"/>
        <a:ext cx="2670946" cy="491797"/>
      </dsp:txXfrm>
    </dsp:sp>
    <dsp:sp modelId="{4177189F-EFE6-4E1F-8F47-724783A9AE66}">
      <dsp:nvSpPr>
        <dsp:cNvPr id="0" name=""/>
        <dsp:cNvSpPr/>
      </dsp:nvSpPr>
      <dsp:spPr>
        <a:xfrm>
          <a:off x="3021707" y="606975"/>
          <a:ext cx="2871985" cy="33788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5145752-714B-4DAD-8335-2142E0DA84C2}">
      <dsp:nvSpPr>
        <dsp:cNvPr id="0" name=""/>
        <dsp:cNvSpPr/>
      </dsp:nvSpPr>
      <dsp:spPr>
        <a:xfrm>
          <a:off x="3021707" y="733870"/>
          <a:ext cx="210986" cy="21098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2B325A-E267-4821-B887-5484DEE6E47C}">
      <dsp:nvSpPr>
        <dsp:cNvPr id="0" name=""/>
        <dsp:cNvSpPr/>
      </dsp:nvSpPr>
      <dsp:spPr>
        <a:xfrm>
          <a:off x="3021707" y="0"/>
          <a:ext cx="2871985" cy="606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l" defTabSz="800100">
            <a:lnSpc>
              <a:spcPct val="90000"/>
            </a:lnSpc>
            <a:spcBef>
              <a:spcPct val="0"/>
            </a:spcBef>
            <a:spcAft>
              <a:spcPct val="35000"/>
            </a:spcAft>
          </a:pPr>
          <a:r>
            <a:rPr lang="en-US" sz="1800" b="1" kern="1200" dirty="0" smtClean="0"/>
            <a:t>Challenge	</a:t>
          </a:r>
          <a:endParaRPr lang="en-US" sz="1800" b="1" kern="1200" dirty="0"/>
        </a:p>
      </dsp:txBody>
      <dsp:txXfrm>
        <a:off x="3021707" y="0"/>
        <a:ext cx="2871985" cy="606975"/>
      </dsp:txXfrm>
    </dsp:sp>
    <dsp:sp modelId="{2F3CBAAF-DD42-4B6D-AB76-FAE760EB0DB8}">
      <dsp:nvSpPr>
        <dsp:cNvPr id="0" name=""/>
        <dsp:cNvSpPr/>
      </dsp:nvSpPr>
      <dsp:spPr>
        <a:xfrm>
          <a:off x="3021707" y="1225673"/>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323130-DE2C-4B4F-B4DD-D91ED48B0C48}">
      <dsp:nvSpPr>
        <dsp:cNvPr id="0" name=""/>
        <dsp:cNvSpPr/>
      </dsp:nvSpPr>
      <dsp:spPr>
        <a:xfrm>
          <a:off x="3222746" y="1085264"/>
          <a:ext cx="2670946" cy="491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effectLst/>
            </a:rPr>
            <a:t>Complex data calculations from different reports and sources</a:t>
          </a:r>
          <a:endParaRPr lang="en-US" sz="1400" kern="1200" dirty="0"/>
        </a:p>
      </dsp:txBody>
      <dsp:txXfrm>
        <a:off x="3222746" y="1085264"/>
        <a:ext cx="2670946" cy="491797"/>
      </dsp:txXfrm>
    </dsp:sp>
    <dsp:sp modelId="{D08FC6AB-6DEC-401B-9BB2-A6CF8E1BEED4}">
      <dsp:nvSpPr>
        <dsp:cNvPr id="0" name=""/>
        <dsp:cNvSpPr/>
      </dsp:nvSpPr>
      <dsp:spPr>
        <a:xfrm>
          <a:off x="3021707" y="2398906"/>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4C2E80-36C3-48F9-85CE-0A7E30A60E85}">
      <dsp:nvSpPr>
        <dsp:cNvPr id="0" name=""/>
        <dsp:cNvSpPr/>
      </dsp:nvSpPr>
      <dsp:spPr>
        <a:xfrm>
          <a:off x="3222746" y="2258477"/>
          <a:ext cx="2670946" cy="491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effectLst/>
            </a:rPr>
            <a:t>No Dedicated Test Database available to test against stable build for APA reports</a:t>
          </a:r>
          <a:endParaRPr lang="en-US" sz="1400" kern="1200" dirty="0"/>
        </a:p>
      </dsp:txBody>
      <dsp:txXfrm>
        <a:off x="3222746" y="2258477"/>
        <a:ext cx="2670946" cy="491797"/>
      </dsp:txXfrm>
    </dsp:sp>
    <dsp:sp modelId="{2FA327C0-9348-4BF9-B1E1-68F9040208AE}">
      <dsp:nvSpPr>
        <dsp:cNvPr id="0" name=""/>
        <dsp:cNvSpPr/>
      </dsp:nvSpPr>
      <dsp:spPr>
        <a:xfrm>
          <a:off x="3096675" y="4034352"/>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AA62C0-492B-42C8-A105-EAE14ED6B81B}">
      <dsp:nvSpPr>
        <dsp:cNvPr id="0" name=""/>
        <dsp:cNvSpPr/>
      </dsp:nvSpPr>
      <dsp:spPr>
        <a:xfrm>
          <a:off x="3387222" y="3634764"/>
          <a:ext cx="2550006" cy="1242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kern="1200" dirty="0" smtClean="0"/>
            <a:t>In projects where the same person performs the role of a BA and QA, simultaneous activity and tracking is required on two successive sprints</a:t>
          </a:r>
          <a:endParaRPr lang="en-US" sz="1400" kern="1200" dirty="0"/>
        </a:p>
      </dsp:txBody>
      <dsp:txXfrm>
        <a:off x="3387222" y="3634764"/>
        <a:ext cx="2550006" cy="1242281"/>
      </dsp:txXfrm>
    </dsp:sp>
    <dsp:sp modelId="{1AC43D64-5B51-4BEA-B3A7-71C3DC4A1BCB}">
      <dsp:nvSpPr>
        <dsp:cNvPr id="0" name=""/>
        <dsp:cNvSpPr/>
      </dsp:nvSpPr>
      <dsp:spPr>
        <a:xfrm>
          <a:off x="6037292" y="606975"/>
          <a:ext cx="2871985" cy="33788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E013FA4-842D-4968-A581-51649AD2885A}">
      <dsp:nvSpPr>
        <dsp:cNvPr id="0" name=""/>
        <dsp:cNvSpPr/>
      </dsp:nvSpPr>
      <dsp:spPr>
        <a:xfrm>
          <a:off x="6037292" y="733870"/>
          <a:ext cx="210986" cy="21098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8B52D51-8689-4473-8DB5-D649C46D4DCC}">
      <dsp:nvSpPr>
        <dsp:cNvPr id="0" name=""/>
        <dsp:cNvSpPr/>
      </dsp:nvSpPr>
      <dsp:spPr>
        <a:xfrm>
          <a:off x="6037292" y="0"/>
          <a:ext cx="2871985" cy="606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l" defTabSz="800100">
            <a:lnSpc>
              <a:spcPct val="90000"/>
            </a:lnSpc>
            <a:spcBef>
              <a:spcPct val="0"/>
            </a:spcBef>
            <a:spcAft>
              <a:spcPct val="35000"/>
            </a:spcAft>
          </a:pPr>
          <a:r>
            <a:rPr lang="en-US" sz="1800" b="1" kern="1200" dirty="0" smtClean="0"/>
            <a:t>Solution</a:t>
          </a:r>
          <a:endParaRPr lang="en-US" sz="1800" b="1" kern="1200" dirty="0"/>
        </a:p>
      </dsp:txBody>
      <dsp:txXfrm>
        <a:off x="6037292" y="0"/>
        <a:ext cx="2871985" cy="606975"/>
      </dsp:txXfrm>
    </dsp:sp>
    <dsp:sp modelId="{8B7312D5-A8C0-4BCC-994A-653A5A957C06}">
      <dsp:nvSpPr>
        <dsp:cNvPr id="0" name=""/>
        <dsp:cNvSpPr/>
      </dsp:nvSpPr>
      <dsp:spPr>
        <a:xfrm>
          <a:off x="6037292" y="1220701"/>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5CDBADC-C5E7-4DFB-8BC5-5EB0D8165CF9}">
      <dsp:nvSpPr>
        <dsp:cNvPr id="0" name=""/>
        <dsp:cNvSpPr/>
      </dsp:nvSpPr>
      <dsp:spPr>
        <a:xfrm>
          <a:off x="6238331" y="1041770"/>
          <a:ext cx="2670946" cy="771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effectLst/>
            </a:rPr>
            <a:t>Collect and place an agreed volume and set of data in a Summary table for key contracts/customer accounts.</a:t>
          </a:r>
          <a:endParaRPr lang="en-US" sz="1400" kern="1200" dirty="0"/>
        </a:p>
      </dsp:txBody>
      <dsp:txXfrm>
        <a:off x="6238331" y="1041770"/>
        <a:ext cx="2670946" cy="771827"/>
      </dsp:txXfrm>
    </dsp:sp>
    <dsp:sp modelId="{F4203F18-1A96-4840-BD63-222595547076}">
      <dsp:nvSpPr>
        <dsp:cNvPr id="0" name=""/>
        <dsp:cNvSpPr/>
      </dsp:nvSpPr>
      <dsp:spPr>
        <a:xfrm>
          <a:off x="6037292" y="2383696"/>
          <a:ext cx="210981" cy="21098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01211E-CA66-48CB-95BF-8D1AD52F5A55}">
      <dsp:nvSpPr>
        <dsp:cNvPr id="0" name=""/>
        <dsp:cNvSpPr/>
      </dsp:nvSpPr>
      <dsp:spPr>
        <a:xfrm>
          <a:off x="6188491" y="2127974"/>
          <a:ext cx="2670946" cy="14421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solidFill>
                <a:schemeClr val="tx1"/>
              </a:solidFill>
              <a:effectLst/>
            </a:rPr>
            <a:t>Co-ordinated with Developers, </a:t>
          </a:r>
          <a:r>
            <a:rPr lang="en-US" sz="1400" u="none" strike="noStrike" kern="1200" dirty="0" err="1" smtClean="0">
              <a:solidFill>
                <a:schemeClr val="tx1"/>
              </a:solidFill>
              <a:effectLst/>
            </a:rPr>
            <a:t>Qlikview</a:t>
          </a:r>
          <a:r>
            <a:rPr lang="en-US" sz="1400" u="none" strike="noStrike" kern="1200" dirty="0" smtClean="0">
              <a:solidFill>
                <a:schemeClr val="tx1"/>
              </a:solidFill>
              <a:effectLst/>
            </a:rPr>
            <a:t> admin and ensured an agreement to publish a separate testing specific </a:t>
          </a:r>
          <a:r>
            <a:rPr lang="en-US" sz="1400" u="none" strike="noStrike" kern="1200" dirty="0" err="1" smtClean="0">
              <a:solidFill>
                <a:schemeClr val="tx1"/>
              </a:solidFill>
              <a:effectLst/>
            </a:rPr>
            <a:t>qvw</a:t>
          </a:r>
          <a:r>
            <a:rPr lang="en-US" sz="1400" u="none" strike="noStrike" kern="1200" dirty="0" smtClean="0">
              <a:solidFill>
                <a:schemeClr val="tx1"/>
              </a:solidFill>
              <a:effectLst/>
            </a:rPr>
            <a:t>. Once validated successfully this is merged with the main </a:t>
          </a:r>
          <a:r>
            <a:rPr lang="en-US" sz="1400" u="none" strike="noStrike" kern="1200" dirty="0" err="1" smtClean="0">
              <a:solidFill>
                <a:schemeClr val="tx1"/>
              </a:solidFill>
              <a:effectLst/>
            </a:rPr>
            <a:t>qvw</a:t>
          </a:r>
          <a:r>
            <a:rPr lang="en-US" sz="1400" u="none" strike="noStrike" kern="1200" dirty="0" smtClean="0">
              <a:solidFill>
                <a:schemeClr val="tx1"/>
              </a:solidFill>
              <a:effectLst/>
            </a:rPr>
            <a:t> in Stage.</a:t>
          </a:r>
          <a:endParaRPr lang="en-US" sz="1400" kern="1200" dirty="0">
            <a:solidFill>
              <a:schemeClr val="tx1"/>
            </a:solidFill>
          </a:endParaRPr>
        </a:p>
      </dsp:txBody>
      <dsp:txXfrm>
        <a:off x="6188491" y="2127974"/>
        <a:ext cx="2670946" cy="144214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drawing1.xml><?xml version="1.0" encoding="utf-8"?>
<c:userShapes xmlns:c="http://schemas.openxmlformats.org/drawingml/2006/chart">
  <cdr:relSizeAnchor xmlns:cdr="http://schemas.openxmlformats.org/drawingml/2006/chartDrawing">
    <cdr:from>
      <cdr:x>0.47316</cdr:x>
      <cdr:y>0.22325</cdr:y>
    </cdr:from>
    <cdr:to>
      <cdr:x>0.98086</cdr:x>
      <cdr:y>0.35329</cdr:y>
    </cdr:to>
    <cdr:sp macro="" textlink="">
      <cdr:nvSpPr>
        <cdr:cNvPr id="5" name="TextBox 4"/>
        <cdr:cNvSpPr txBox="1"/>
      </cdr:nvSpPr>
      <cdr:spPr>
        <a:xfrm xmlns:a="http://schemas.openxmlformats.org/drawingml/2006/main">
          <a:off x="2546649" y="385651"/>
          <a:ext cx="2732569" cy="224636"/>
        </a:xfrm>
        <a:prstGeom xmlns:a="http://schemas.openxmlformats.org/drawingml/2006/main" prst="rect">
          <a:avLst/>
        </a:prstGeom>
        <a:noFill xmlns:a="http://schemas.openxmlformats.org/drawingml/2006/main"/>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100" dirty="0">
              <a:solidFill>
                <a:srgbClr val="FF0000"/>
              </a:solidFill>
            </a:rPr>
            <a:t>Cost Savings=$</a:t>
          </a:r>
          <a:r>
            <a:rPr lang="en-US" sz="1100" dirty="0" smtClean="0">
              <a:solidFill>
                <a:srgbClr val="FF0000"/>
              </a:solidFill>
            </a:rPr>
            <a:t>4938.05/125 </a:t>
          </a:r>
          <a:r>
            <a:rPr lang="en-US" sz="1100" dirty="0">
              <a:solidFill>
                <a:srgbClr val="FF0000"/>
              </a:solidFill>
            </a:rPr>
            <a:t>Test Cases</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A58A402-E630-46ED-87D1-A51FF2D77B8A}" type="datetimeFigureOut">
              <a:rPr lang="en-US" smtClean="0"/>
              <a:pPr/>
              <a:t>10/7/2015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D36F43C-4BC5-4140-89F5-C89E66D4E19E}" type="slidenum">
              <a:rPr lang="en-US" smtClean="0"/>
              <a:pPr/>
              <a:t>‹#›</a:t>
            </a:fld>
            <a:endParaRPr lang="en-US" dirty="0"/>
          </a:p>
        </p:txBody>
      </p:sp>
    </p:spTree>
    <p:extLst>
      <p:ext uri="{BB962C8B-B14F-4D97-AF65-F5344CB8AC3E}">
        <p14:creationId xmlns:p14="http://schemas.microsoft.com/office/powerpoint/2010/main" val="21135280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A5A60B-6956-964B-91B0-61DE2403173E}" type="datetimeFigureOut">
              <a:rPr lang="en-US" smtClean="0"/>
              <a:pPr/>
              <a:t>10/7/2015</a:t>
            </a:fld>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4AA71-C613-6B42-8773-688627DE3311}" type="slidenum">
              <a:rPr lang="en-US" smtClean="0"/>
              <a:pPr/>
              <a:t>‹#›</a:t>
            </a:fld>
            <a:endParaRPr lang="en-US" dirty="0"/>
          </a:p>
        </p:txBody>
      </p:sp>
    </p:spTree>
    <p:extLst>
      <p:ext uri="{BB962C8B-B14F-4D97-AF65-F5344CB8AC3E}">
        <p14:creationId xmlns:p14="http://schemas.microsoft.com/office/powerpoint/2010/main" val="401190609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72A90-F8BE-4B88-9401-C85D202CBC88}" type="slidenum">
              <a:rPr lang="en-US" smtClean="0"/>
              <a:t>2</a:t>
            </a:fld>
            <a:endParaRPr lang="en-US"/>
          </a:p>
        </p:txBody>
      </p:sp>
    </p:spTree>
    <p:extLst>
      <p:ext uri="{BB962C8B-B14F-4D97-AF65-F5344CB8AC3E}">
        <p14:creationId xmlns:p14="http://schemas.microsoft.com/office/powerpoint/2010/main" val="59889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Section breaker slide</a:t>
            </a:r>
          </a:p>
          <a:p>
            <a:r>
              <a:rPr lang="en-US" sz="1200" b="0" i="0" u="none" strike="noStrike" kern="1200" baseline="0" dirty="0" smtClean="0">
                <a:solidFill>
                  <a:schemeClr val="tx1"/>
                </a:solidFill>
                <a:latin typeface="+mn-lt"/>
                <a:ea typeface="+mn-ea"/>
                <a:cs typeface="+mn-cs"/>
              </a:rPr>
              <a:t>Used for a section heading. You may add a sub heading not exceeding one line also here</a:t>
            </a:r>
          </a:p>
          <a:p>
            <a:r>
              <a:rPr lang="en-US" sz="1200" b="0" i="0" u="none" strike="noStrike" kern="1200" baseline="0" dirty="0" smtClean="0">
                <a:solidFill>
                  <a:schemeClr val="tx1"/>
                </a:solidFill>
                <a:latin typeface="+mn-lt"/>
                <a:ea typeface="+mn-ea"/>
                <a:cs typeface="+mn-cs"/>
              </a:rPr>
              <a:t>Section heading – Arial Headings, bold, 34 font size, should not exceed beyond 1 line</a:t>
            </a:r>
          </a:p>
          <a:p>
            <a:r>
              <a:rPr lang="en-US" sz="1200" b="0" i="0" u="none" strike="noStrike" kern="1200" baseline="0" dirty="0" smtClean="0">
                <a:solidFill>
                  <a:schemeClr val="tx1"/>
                </a:solidFill>
                <a:latin typeface="+mn-lt"/>
                <a:ea typeface="+mn-ea"/>
                <a:cs typeface="+mn-cs"/>
              </a:rPr>
              <a:t>Sub Head – Arial Headings, normal, 18 font size, should not exceed beyond 1 line</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t>4</a:t>
            </a:fld>
            <a:endParaRPr lang="en-US"/>
          </a:p>
        </p:txBody>
      </p:sp>
    </p:spTree>
    <p:extLst>
      <p:ext uri="{BB962C8B-B14F-4D97-AF65-F5344CB8AC3E}">
        <p14:creationId xmlns:p14="http://schemas.microsoft.com/office/powerpoint/2010/main" val="322066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pPr/>
              <a:t>5</a:t>
            </a:fld>
            <a:endParaRPr lang="en-US" dirty="0"/>
          </a:p>
        </p:txBody>
      </p:sp>
    </p:spTree>
    <p:extLst>
      <p:ext uri="{BB962C8B-B14F-4D97-AF65-F5344CB8AC3E}">
        <p14:creationId xmlns:p14="http://schemas.microsoft.com/office/powerpoint/2010/main" val="217001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6</a:t>
            </a:fld>
            <a:endParaRPr lang="en-US" dirty="0"/>
          </a:p>
        </p:txBody>
      </p:sp>
    </p:spTree>
    <p:extLst>
      <p:ext uri="{BB962C8B-B14F-4D97-AF65-F5344CB8AC3E}">
        <p14:creationId xmlns:p14="http://schemas.microsoft.com/office/powerpoint/2010/main" val="1973688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Section breaker slide</a:t>
            </a:r>
          </a:p>
          <a:p>
            <a:r>
              <a:rPr lang="en-US" sz="1200" b="0" i="0" u="none" strike="noStrike" kern="1200" baseline="0" dirty="0" smtClean="0">
                <a:solidFill>
                  <a:schemeClr val="tx1"/>
                </a:solidFill>
                <a:latin typeface="+mn-lt"/>
                <a:ea typeface="+mn-ea"/>
                <a:cs typeface="+mn-cs"/>
              </a:rPr>
              <a:t>Used for a section heading. You may add a sub heading not exceeding one line also here</a:t>
            </a:r>
          </a:p>
          <a:p>
            <a:r>
              <a:rPr lang="en-US" sz="1200" b="0" i="0" u="none" strike="noStrike" kern="1200" baseline="0" dirty="0" smtClean="0">
                <a:solidFill>
                  <a:schemeClr val="tx1"/>
                </a:solidFill>
                <a:latin typeface="+mn-lt"/>
                <a:ea typeface="+mn-ea"/>
                <a:cs typeface="+mn-cs"/>
              </a:rPr>
              <a:t>Section heading – Arial Headings, bold, 34 font size, should not exceed beyond 1 line</a:t>
            </a:r>
          </a:p>
          <a:p>
            <a:r>
              <a:rPr lang="en-US" sz="1200" b="0" i="0" u="none" strike="noStrike" kern="1200" baseline="0" dirty="0" smtClean="0">
                <a:solidFill>
                  <a:schemeClr val="tx1"/>
                </a:solidFill>
                <a:latin typeface="+mn-lt"/>
                <a:ea typeface="+mn-ea"/>
                <a:cs typeface="+mn-cs"/>
              </a:rPr>
              <a:t>Sub Head – Arial Headings, normal, 18 font size, should not exceed beyond 1 line</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t>9</a:t>
            </a:fld>
            <a:endParaRPr lang="en-US"/>
          </a:p>
        </p:txBody>
      </p:sp>
    </p:spTree>
    <p:extLst>
      <p:ext uri="{BB962C8B-B14F-4D97-AF65-F5344CB8AC3E}">
        <p14:creationId xmlns:p14="http://schemas.microsoft.com/office/powerpoint/2010/main" val="2565402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Section breaker slide</a:t>
            </a:r>
          </a:p>
          <a:p>
            <a:r>
              <a:rPr lang="en-US" sz="1200" b="0" i="0" u="none" strike="noStrike" kern="1200" baseline="0" dirty="0" smtClean="0">
                <a:solidFill>
                  <a:schemeClr val="tx1"/>
                </a:solidFill>
                <a:latin typeface="+mn-lt"/>
                <a:ea typeface="+mn-ea"/>
                <a:cs typeface="+mn-cs"/>
              </a:rPr>
              <a:t>Used for a section heading. You may add a sub heading not exceeding one line also here</a:t>
            </a:r>
          </a:p>
          <a:p>
            <a:r>
              <a:rPr lang="en-US" sz="1200" b="0" i="0" u="none" strike="noStrike" kern="1200" baseline="0" dirty="0" smtClean="0">
                <a:solidFill>
                  <a:schemeClr val="tx1"/>
                </a:solidFill>
                <a:latin typeface="+mn-lt"/>
                <a:ea typeface="+mn-ea"/>
                <a:cs typeface="+mn-cs"/>
              </a:rPr>
              <a:t>Section heading – Arial Headings, bold, 34 font size, should not exceed beyond 1 line</a:t>
            </a:r>
          </a:p>
          <a:p>
            <a:r>
              <a:rPr lang="en-US" sz="1200" b="0" i="0" u="none" strike="noStrike" kern="1200" baseline="0" dirty="0" smtClean="0">
                <a:solidFill>
                  <a:schemeClr val="tx1"/>
                </a:solidFill>
                <a:latin typeface="+mn-lt"/>
                <a:ea typeface="+mn-ea"/>
                <a:cs typeface="+mn-cs"/>
              </a:rPr>
              <a:t>Sub Head – Arial Headings, normal, 18 font size, should not exceed beyond 1 line</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t>11</a:t>
            </a:fld>
            <a:endParaRPr lang="en-US"/>
          </a:p>
        </p:txBody>
      </p:sp>
    </p:spTree>
    <p:extLst>
      <p:ext uri="{BB962C8B-B14F-4D97-AF65-F5344CB8AC3E}">
        <p14:creationId xmlns:p14="http://schemas.microsoft.com/office/powerpoint/2010/main" val="3458413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b="1" dirty="0" smtClean="0"/>
              <a:t>Content Slide: </a:t>
            </a:r>
            <a:r>
              <a:rPr lang="en-US" dirty="0" smtClean="0"/>
              <a:t>This is usually the most frequently</a:t>
            </a:r>
            <a:r>
              <a:rPr lang="en-US" baseline="0" dirty="0" smtClean="0"/>
              <a:t> used slide in every presentation. </a:t>
            </a:r>
            <a:endParaRPr lang="en-US" dirty="0" smtClean="0"/>
          </a:p>
          <a:p>
            <a:endParaRPr lang="en-US" dirty="0" smtClean="0"/>
          </a:p>
          <a:p>
            <a:r>
              <a:rPr lang="en-US" dirty="0" smtClean="0"/>
              <a:t>Use this slide for Text heavy slides.</a:t>
            </a:r>
            <a:r>
              <a:rPr lang="en-US" baseline="0" dirty="0" smtClean="0"/>
              <a:t> Text can only be used in bullet points</a:t>
            </a:r>
            <a:endParaRPr lang="en-US" dirty="0" smtClean="0"/>
          </a:p>
          <a:p>
            <a:endParaRPr lang="en-US" dirty="0" smtClean="0"/>
          </a:p>
          <a:p>
            <a:r>
              <a:rPr lang="en-US" dirty="0" smtClean="0"/>
              <a:t>Title</a:t>
            </a:r>
            <a:r>
              <a:rPr lang="en-US" baseline="0" dirty="0" smtClean="0"/>
              <a:t> Heading – font size 30, Arial Heading</a:t>
            </a:r>
          </a:p>
          <a:p>
            <a:endParaRPr lang="en-US" baseline="0" dirty="0" smtClean="0"/>
          </a:p>
          <a:p>
            <a:r>
              <a:rPr lang="en-US" baseline="0" dirty="0" smtClean="0"/>
              <a:t>Slide Content – Should not reduce beyond Arial body font 16</a:t>
            </a:r>
          </a:p>
          <a:p>
            <a:endParaRPr lang="en-US" baseline="0" dirty="0" smtClean="0"/>
          </a:p>
          <a:p>
            <a:r>
              <a:rPr lang="en-US" baseline="0" dirty="0" smtClean="0"/>
              <a:t>If you need to use sub bullets please use the indent buttons located next to the bullets buttons in the tool bar and this will automatically provide you with the second, third, fourth &amp; fifth level bullet styles and font sizes</a:t>
            </a:r>
          </a:p>
          <a:p>
            <a:endParaRPr lang="en-US" baseline="0" dirty="0" smtClean="0"/>
          </a:p>
          <a:p>
            <a:r>
              <a:rPr lang="en-US" baseline="0" dirty="0" smtClean="0"/>
              <a:t>Please note you can also press the tab key to create the different levels of bulleted content</a:t>
            </a:r>
          </a:p>
        </p:txBody>
      </p:sp>
      <p:sp>
        <p:nvSpPr>
          <p:cNvPr id="4" name="Slide Number Placeholder 3"/>
          <p:cNvSpPr>
            <a:spLocks noGrp="1"/>
          </p:cNvSpPr>
          <p:nvPr>
            <p:ph type="sldNum" sz="quarter" idx="10"/>
          </p:nvPr>
        </p:nvSpPr>
        <p:spPr/>
        <p:txBody>
          <a:bodyPr/>
          <a:lstStyle/>
          <a:p>
            <a:fld id="{DBDA5EBE-E194-4A8A-BBBE-6B90DE9885F5}" type="slidenum">
              <a:rPr lang="en-US" smtClean="0"/>
              <a:t>13</a:t>
            </a:fld>
            <a:endParaRPr lang="en-US"/>
          </a:p>
        </p:txBody>
      </p:sp>
    </p:spTree>
    <p:extLst>
      <p:ext uri="{BB962C8B-B14F-4D97-AF65-F5344CB8AC3E}">
        <p14:creationId xmlns:p14="http://schemas.microsoft.com/office/powerpoint/2010/main" val="3032125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Section breaker slide</a:t>
            </a:r>
          </a:p>
          <a:p>
            <a:r>
              <a:rPr lang="en-US" sz="1200" b="0" i="0" u="none" strike="noStrike" kern="1200" baseline="0" dirty="0" smtClean="0">
                <a:solidFill>
                  <a:schemeClr val="tx1"/>
                </a:solidFill>
                <a:latin typeface="+mn-lt"/>
                <a:ea typeface="+mn-ea"/>
                <a:cs typeface="+mn-cs"/>
              </a:rPr>
              <a:t>Used for a section heading. You may add a sub heading not exceeding one line also here</a:t>
            </a:r>
          </a:p>
          <a:p>
            <a:r>
              <a:rPr lang="en-US" sz="1200" b="0" i="0" u="none" strike="noStrike" kern="1200" baseline="0" dirty="0" smtClean="0">
                <a:solidFill>
                  <a:schemeClr val="tx1"/>
                </a:solidFill>
                <a:latin typeface="+mn-lt"/>
                <a:ea typeface="+mn-ea"/>
                <a:cs typeface="+mn-cs"/>
              </a:rPr>
              <a:t>Section heading – Arial Headings, bold, 34 font size, should not exceed beyond 1 line</a:t>
            </a:r>
          </a:p>
          <a:p>
            <a:r>
              <a:rPr lang="en-US" sz="1200" b="0" i="0" u="none" strike="noStrike" kern="1200" baseline="0" dirty="0" smtClean="0">
                <a:solidFill>
                  <a:schemeClr val="tx1"/>
                </a:solidFill>
                <a:latin typeface="+mn-lt"/>
                <a:ea typeface="+mn-ea"/>
                <a:cs typeface="+mn-cs"/>
              </a:rPr>
              <a:t>Sub Head – Arial Headings, normal, 18 font size, should not exceed beyond 1 line</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t>14</a:t>
            </a:fld>
            <a:endParaRPr lang="en-US"/>
          </a:p>
        </p:txBody>
      </p:sp>
    </p:spTree>
    <p:extLst>
      <p:ext uri="{BB962C8B-B14F-4D97-AF65-F5344CB8AC3E}">
        <p14:creationId xmlns:p14="http://schemas.microsoft.com/office/powerpoint/2010/main" val="2203307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b="1" dirty="0" smtClean="0"/>
              <a:t>Content Slide: </a:t>
            </a:r>
            <a:r>
              <a:rPr lang="en-US" dirty="0" smtClean="0"/>
              <a:t>This is usually the most frequently</a:t>
            </a:r>
            <a:r>
              <a:rPr lang="en-US" baseline="0" dirty="0" smtClean="0"/>
              <a:t> used slide in every presentation. </a:t>
            </a:r>
            <a:endParaRPr lang="en-US" dirty="0" smtClean="0"/>
          </a:p>
          <a:p>
            <a:endParaRPr lang="en-US" dirty="0" smtClean="0"/>
          </a:p>
          <a:p>
            <a:r>
              <a:rPr lang="en-US" dirty="0" smtClean="0"/>
              <a:t>Use this slide for Text heavy slides.</a:t>
            </a:r>
            <a:r>
              <a:rPr lang="en-US" baseline="0" dirty="0" smtClean="0"/>
              <a:t> Text can only be used in bullet points</a:t>
            </a:r>
            <a:endParaRPr lang="en-US" dirty="0" smtClean="0"/>
          </a:p>
          <a:p>
            <a:endParaRPr lang="en-US" dirty="0" smtClean="0"/>
          </a:p>
          <a:p>
            <a:r>
              <a:rPr lang="en-US" dirty="0" smtClean="0"/>
              <a:t>Title</a:t>
            </a:r>
            <a:r>
              <a:rPr lang="en-US" baseline="0" dirty="0" smtClean="0"/>
              <a:t> Heading – font size 30, Arial Heading</a:t>
            </a:r>
          </a:p>
          <a:p>
            <a:endParaRPr lang="en-US" baseline="0" dirty="0" smtClean="0"/>
          </a:p>
          <a:p>
            <a:r>
              <a:rPr lang="en-US" baseline="0" dirty="0" smtClean="0"/>
              <a:t>Slide Content – Should not reduce beyond Arial body font 16</a:t>
            </a:r>
          </a:p>
          <a:p>
            <a:endParaRPr lang="en-US" baseline="0" dirty="0" smtClean="0"/>
          </a:p>
          <a:p>
            <a:r>
              <a:rPr lang="en-US" baseline="0" dirty="0" smtClean="0"/>
              <a:t>If you need to use sub bullets please use the indent buttons located next to the bullets buttons in the tool bar and this will automatically provide you with the second, third, fourth &amp; fifth level bullet styles and font sizes</a:t>
            </a:r>
          </a:p>
          <a:p>
            <a:endParaRPr lang="en-US" baseline="0" dirty="0" smtClean="0"/>
          </a:p>
          <a:p>
            <a:r>
              <a:rPr lang="en-US" baseline="0" dirty="0" smtClean="0"/>
              <a:t>Please note you can also press the tab key to create the different levels of bulleted content</a:t>
            </a:r>
          </a:p>
        </p:txBody>
      </p:sp>
      <p:sp>
        <p:nvSpPr>
          <p:cNvPr id="4" name="Slide Number Placeholder 3"/>
          <p:cNvSpPr>
            <a:spLocks noGrp="1"/>
          </p:cNvSpPr>
          <p:nvPr>
            <p:ph type="sldNum" sz="quarter" idx="10"/>
          </p:nvPr>
        </p:nvSpPr>
        <p:spPr/>
        <p:txBody>
          <a:bodyPr/>
          <a:lstStyle/>
          <a:p>
            <a:fld id="{DBDA5EBE-E194-4A8A-BBBE-6B90DE9885F5}" type="slidenum">
              <a:rPr lang="en-US" smtClean="0"/>
              <a:t>16</a:t>
            </a:fld>
            <a:endParaRPr lang="en-US"/>
          </a:p>
        </p:txBody>
      </p:sp>
    </p:spTree>
    <p:extLst>
      <p:ext uri="{BB962C8B-B14F-4D97-AF65-F5344CB8AC3E}">
        <p14:creationId xmlns:p14="http://schemas.microsoft.com/office/powerpoint/2010/main" val="2716947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Section breaker slide</a:t>
            </a:r>
          </a:p>
          <a:p>
            <a:r>
              <a:rPr lang="en-US" sz="1200" b="0" i="0" u="none" strike="noStrike" kern="1200" baseline="0" dirty="0" smtClean="0">
                <a:solidFill>
                  <a:schemeClr val="tx1"/>
                </a:solidFill>
                <a:latin typeface="+mn-lt"/>
                <a:ea typeface="+mn-ea"/>
                <a:cs typeface="+mn-cs"/>
              </a:rPr>
              <a:t>Used for a section heading. You may add a sub heading not exceeding one line also here</a:t>
            </a:r>
          </a:p>
          <a:p>
            <a:r>
              <a:rPr lang="en-US" sz="1200" b="0" i="0" u="none" strike="noStrike" kern="1200" baseline="0" dirty="0" smtClean="0">
                <a:solidFill>
                  <a:schemeClr val="tx1"/>
                </a:solidFill>
                <a:latin typeface="+mn-lt"/>
                <a:ea typeface="+mn-ea"/>
                <a:cs typeface="+mn-cs"/>
              </a:rPr>
              <a:t>Section heading – Arial Headings, bold, 34 font size, should not exceed beyond 1 line</a:t>
            </a:r>
          </a:p>
          <a:p>
            <a:r>
              <a:rPr lang="en-US" sz="1200" b="0" i="0" u="none" strike="noStrike" kern="1200" baseline="0" dirty="0" smtClean="0">
                <a:solidFill>
                  <a:schemeClr val="tx1"/>
                </a:solidFill>
                <a:latin typeface="+mn-lt"/>
                <a:ea typeface="+mn-ea"/>
                <a:cs typeface="+mn-cs"/>
              </a:rPr>
              <a:t>Sub Head – Arial Headings, normal, 18 font size, should not exceed beyond 1 line</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t>18</a:t>
            </a:fld>
            <a:endParaRPr lang="en-US"/>
          </a:p>
        </p:txBody>
      </p:sp>
    </p:spTree>
    <p:extLst>
      <p:ext uri="{BB962C8B-B14F-4D97-AF65-F5344CB8AC3E}">
        <p14:creationId xmlns:p14="http://schemas.microsoft.com/office/powerpoint/2010/main" val="2055729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pPr lvl="0"/>
            <a:r>
              <a:rPr lang="en-US" b="1" dirty="0" smtClean="0"/>
              <a:t>Column content slide </a:t>
            </a:r>
          </a:p>
          <a:p>
            <a:pPr marL="171450" lvl="0" indent="-171450">
              <a:buFont typeface="Arial" panose="020B0604020202020204" pitchFamily="34" charset="0"/>
              <a:buChar char="•"/>
            </a:pPr>
            <a:r>
              <a:rPr lang="en-US" dirty="0" smtClean="0"/>
              <a:t>This is a slide with 2 columns and you can have text in bullet points under each column. You can have separate header for each of the columns in the blue box provided on top of each of the columns.</a:t>
            </a:r>
          </a:p>
          <a:p>
            <a:pPr marL="171450" lvl="0" indent="-171450">
              <a:buFont typeface="Arial" panose="020B0604020202020204" pitchFamily="34" charset="0"/>
              <a:buChar char="•"/>
            </a:pPr>
            <a:r>
              <a:rPr lang="en-US" dirty="0" smtClean="0"/>
              <a:t>Heading font size of the column should remain at 30 and the column content font size should not reduce beyond 16.</a:t>
            </a:r>
          </a:p>
        </p:txBody>
      </p:sp>
      <p:sp>
        <p:nvSpPr>
          <p:cNvPr id="4" name="Slide Number Placeholder 3"/>
          <p:cNvSpPr>
            <a:spLocks noGrp="1"/>
          </p:cNvSpPr>
          <p:nvPr>
            <p:ph type="sldNum" sz="quarter" idx="10"/>
          </p:nvPr>
        </p:nvSpPr>
        <p:spPr/>
        <p:txBody>
          <a:bodyPr/>
          <a:lstStyle/>
          <a:p>
            <a:fld id="{DBDA5EBE-E194-4A8A-BBBE-6B90DE9885F5}" type="slidenum">
              <a:rPr lang="en-US" smtClean="0"/>
              <a:t>19</a:t>
            </a:fld>
            <a:endParaRPr lang="en-US"/>
          </a:p>
        </p:txBody>
      </p:sp>
    </p:spTree>
    <p:extLst>
      <p:ext uri="{BB962C8B-B14F-4D97-AF65-F5344CB8AC3E}">
        <p14:creationId xmlns:p14="http://schemas.microsoft.com/office/powerpoint/2010/main" val="4025938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Section breaker slide</a:t>
            </a:r>
          </a:p>
          <a:p>
            <a:r>
              <a:rPr lang="en-US" sz="1200" b="0" i="0" u="none" strike="noStrike" kern="1200" baseline="0" dirty="0" smtClean="0">
                <a:solidFill>
                  <a:schemeClr val="tx1"/>
                </a:solidFill>
                <a:latin typeface="+mn-lt"/>
                <a:ea typeface="+mn-ea"/>
                <a:cs typeface="+mn-cs"/>
              </a:rPr>
              <a:t>Used for a section heading. You may add a sub heading not exceeding one line also here</a:t>
            </a:r>
          </a:p>
          <a:p>
            <a:r>
              <a:rPr lang="en-US" sz="1200" b="0" i="0" u="none" strike="noStrike" kern="1200" baseline="0" dirty="0" smtClean="0">
                <a:solidFill>
                  <a:schemeClr val="tx1"/>
                </a:solidFill>
                <a:latin typeface="+mn-lt"/>
                <a:ea typeface="+mn-ea"/>
                <a:cs typeface="+mn-cs"/>
              </a:rPr>
              <a:t>Section heading – Arial Headings, bold, 34 font size, should not exceed beyond 1 line</a:t>
            </a:r>
          </a:p>
          <a:p>
            <a:r>
              <a:rPr lang="en-US" sz="1200" b="0" i="0" u="none" strike="noStrike" kern="1200" baseline="0" dirty="0" smtClean="0">
                <a:solidFill>
                  <a:schemeClr val="tx1"/>
                </a:solidFill>
                <a:latin typeface="+mn-lt"/>
                <a:ea typeface="+mn-ea"/>
                <a:cs typeface="+mn-cs"/>
              </a:rPr>
              <a:t>Sub Head – Arial Headings, normal, 18 font size, should not exceed beyond 1 line</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t>20</a:t>
            </a:fld>
            <a:endParaRPr lang="en-US"/>
          </a:p>
        </p:txBody>
      </p:sp>
    </p:spTree>
    <p:extLst>
      <p:ext uri="{BB962C8B-B14F-4D97-AF65-F5344CB8AC3E}">
        <p14:creationId xmlns:p14="http://schemas.microsoft.com/office/powerpoint/2010/main" val="2180065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b="1" dirty="0" smtClean="0"/>
              <a:t>Agenda slide</a:t>
            </a:r>
          </a:p>
          <a:p>
            <a:pPr marL="171450" indent="-171450">
              <a:buFont typeface="Arial" panose="020B0604020202020204" pitchFamily="34" charset="0"/>
              <a:buChar char="•"/>
            </a:pPr>
            <a:r>
              <a:rPr lang="en-US" dirty="0" smtClean="0"/>
              <a:t>Heading – Agenda - Font size 30, Arial Headings</a:t>
            </a:r>
          </a:p>
          <a:p>
            <a:pPr marL="171450" indent="-171450">
              <a:buFont typeface="Arial" panose="020B0604020202020204" pitchFamily="34" charset="0"/>
              <a:buChar char="•"/>
            </a:pPr>
            <a:r>
              <a:rPr lang="en-US" dirty="0" smtClean="0"/>
              <a:t>Agenda</a:t>
            </a:r>
            <a:r>
              <a:rPr lang="en-US" baseline="0" dirty="0" smtClean="0"/>
              <a:t> points to be in Arial Body (font  size 28)</a:t>
            </a:r>
            <a:endParaRPr lang="en-US" dirty="0" smtClean="0"/>
          </a:p>
          <a:p>
            <a:pPr marL="171450" indent="-171450">
              <a:buFont typeface="Arial" panose="020B0604020202020204" pitchFamily="34" charset="0"/>
              <a:buChar char="•"/>
            </a:pPr>
            <a:r>
              <a:rPr lang="en-US" dirty="0" smtClean="0"/>
              <a:t>Please restrict this slide with just 5 agenda points. </a:t>
            </a:r>
          </a:p>
          <a:p>
            <a:pPr marL="171450" indent="-171450">
              <a:buFont typeface="Arial" panose="020B0604020202020204" pitchFamily="34" charset="0"/>
              <a:buChar char="•"/>
            </a:pPr>
            <a:r>
              <a:rPr lang="en-US" dirty="0" smtClean="0"/>
              <a:t>If you have</a:t>
            </a:r>
            <a:r>
              <a:rPr lang="en-US" baseline="0" dirty="0" smtClean="0"/>
              <a:t> </a:t>
            </a:r>
            <a:r>
              <a:rPr lang="en-US" dirty="0" smtClean="0"/>
              <a:t>more than 5 points on the agenda slide please add another slide.</a:t>
            </a:r>
          </a:p>
          <a:p>
            <a:pPr marL="171450" indent="-171450">
              <a:buFont typeface="Arial" panose="020B0604020202020204" pitchFamily="34" charset="0"/>
              <a:buChar char="•"/>
            </a:pPr>
            <a:r>
              <a:rPr lang="en-US" dirty="0" smtClean="0"/>
              <a:t>If you have only 3 then you can use just one slide and delete the other 2 points.</a:t>
            </a:r>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pPr/>
              <a:t>21</a:t>
            </a:fld>
            <a:endParaRPr lang="en-US"/>
          </a:p>
        </p:txBody>
      </p:sp>
    </p:spTree>
    <p:extLst>
      <p:ext uri="{BB962C8B-B14F-4D97-AF65-F5344CB8AC3E}">
        <p14:creationId xmlns:p14="http://schemas.microsoft.com/office/powerpoint/2010/main" val="933067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r>
              <a:rPr lang="en-US" b="1" dirty="0" smtClean="0"/>
              <a:t>Section breaker slide:</a:t>
            </a:r>
          </a:p>
          <a:p>
            <a:endParaRPr lang="en-US" dirty="0" smtClean="0"/>
          </a:p>
          <a:p>
            <a:r>
              <a:rPr lang="en-US" dirty="0" smtClean="0"/>
              <a:t>Used</a:t>
            </a:r>
            <a:r>
              <a:rPr lang="en-US" baseline="0" dirty="0" smtClean="0"/>
              <a:t> for a section heading. You may add a sub heading not exceeding one line also here</a:t>
            </a:r>
          </a:p>
          <a:p>
            <a:endParaRPr lang="en-US" dirty="0" smtClean="0"/>
          </a:p>
          <a:p>
            <a:r>
              <a:rPr lang="en-US" dirty="0" smtClean="0"/>
              <a:t>Section heading – Arial, bold, 34</a:t>
            </a:r>
            <a:r>
              <a:rPr lang="en-US" baseline="0" dirty="0" smtClean="0"/>
              <a:t> font size, should not exceed beyond 1 line</a:t>
            </a:r>
          </a:p>
          <a:p>
            <a:endParaRPr lang="en-US" baseline="0" dirty="0" smtClean="0"/>
          </a:p>
          <a:p>
            <a:r>
              <a:rPr lang="en-US" baseline="0" dirty="0" smtClean="0"/>
              <a:t>Sub Head – Arial, normal, 20 font size, should not exceed beyond 1 line</a:t>
            </a:r>
            <a:endParaRPr lang="en-US" dirty="0" smtClean="0"/>
          </a:p>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22</a:t>
            </a:fld>
            <a:endParaRPr lang="en-US"/>
          </a:p>
        </p:txBody>
      </p:sp>
    </p:spTree>
    <p:extLst>
      <p:ext uri="{BB962C8B-B14F-4D97-AF65-F5344CB8AC3E}">
        <p14:creationId xmlns:p14="http://schemas.microsoft.com/office/powerpoint/2010/main" val="2771798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4704AA71-C613-6B42-8773-688627DE3311}"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5236559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r>
              <a:rPr lang="en-US" b="1" dirty="0" smtClean="0"/>
              <a:t>Section breaker slide:</a:t>
            </a:r>
          </a:p>
          <a:p>
            <a:endParaRPr lang="en-US" dirty="0" smtClean="0"/>
          </a:p>
          <a:p>
            <a:r>
              <a:rPr lang="en-US" dirty="0" smtClean="0"/>
              <a:t>Used</a:t>
            </a:r>
            <a:r>
              <a:rPr lang="en-US" baseline="0" dirty="0" smtClean="0"/>
              <a:t> for a section heading. You may add a sub heading not exceeding one line also here</a:t>
            </a:r>
          </a:p>
          <a:p>
            <a:endParaRPr lang="en-US" dirty="0" smtClean="0"/>
          </a:p>
          <a:p>
            <a:r>
              <a:rPr lang="en-US" dirty="0" smtClean="0"/>
              <a:t>Section heading – Arial, bold, 34</a:t>
            </a:r>
            <a:r>
              <a:rPr lang="en-US" baseline="0" dirty="0" smtClean="0"/>
              <a:t> font size, should not exceed beyond 1 line</a:t>
            </a:r>
          </a:p>
          <a:p>
            <a:endParaRPr lang="en-US" baseline="0" dirty="0" smtClean="0"/>
          </a:p>
          <a:p>
            <a:r>
              <a:rPr lang="en-US" baseline="0" dirty="0" smtClean="0"/>
              <a:t>Sub Head – Arial, normal, 20 font size, should not exceed beyond 1 line</a:t>
            </a:r>
            <a:endParaRPr lang="en-US" dirty="0" smtClean="0"/>
          </a:p>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24</a:t>
            </a:fld>
            <a:endParaRPr lang="en-US"/>
          </a:p>
        </p:txBody>
      </p:sp>
    </p:spTree>
    <p:extLst>
      <p:ext uri="{BB962C8B-B14F-4D97-AF65-F5344CB8AC3E}">
        <p14:creationId xmlns:p14="http://schemas.microsoft.com/office/powerpoint/2010/main" val="4532224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25</a:t>
            </a:fld>
            <a:endParaRPr lang="en-US"/>
          </a:p>
        </p:txBody>
      </p:sp>
    </p:spTree>
    <p:extLst>
      <p:ext uri="{BB962C8B-B14F-4D97-AF65-F5344CB8AC3E}">
        <p14:creationId xmlns:p14="http://schemas.microsoft.com/office/powerpoint/2010/main" val="3088965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r>
              <a:rPr lang="en-US" b="1" dirty="0" smtClean="0"/>
              <a:t>Section breaker slide:</a:t>
            </a:r>
          </a:p>
          <a:p>
            <a:endParaRPr lang="en-US" dirty="0" smtClean="0"/>
          </a:p>
          <a:p>
            <a:r>
              <a:rPr lang="en-US" dirty="0" smtClean="0"/>
              <a:t>Used</a:t>
            </a:r>
            <a:r>
              <a:rPr lang="en-US" baseline="0" dirty="0" smtClean="0"/>
              <a:t> for a section heading. You may add a sub heading not exceeding one line also here</a:t>
            </a:r>
          </a:p>
          <a:p>
            <a:endParaRPr lang="en-US" dirty="0" smtClean="0"/>
          </a:p>
          <a:p>
            <a:r>
              <a:rPr lang="en-US" dirty="0" smtClean="0"/>
              <a:t>Section heading – Arial, bold, 34</a:t>
            </a:r>
            <a:r>
              <a:rPr lang="en-US" baseline="0" dirty="0" smtClean="0"/>
              <a:t> font size, should not exceed beyond 1 line</a:t>
            </a:r>
          </a:p>
          <a:p>
            <a:endParaRPr lang="en-US" baseline="0" dirty="0" smtClean="0"/>
          </a:p>
          <a:p>
            <a:r>
              <a:rPr lang="en-US" baseline="0" dirty="0" smtClean="0"/>
              <a:t>Sub Head – Arial, normal, 20 font size, should not exceed beyond 1 line</a:t>
            </a:r>
            <a:endParaRPr lang="en-US" dirty="0" smtClean="0"/>
          </a:p>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26</a:t>
            </a:fld>
            <a:endParaRPr lang="en-US"/>
          </a:p>
        </p:txBody>
      </p:sp>
    </p:spTree>
    <p:extLst>
      <p:ext uri="{BB962C8B-B14F-4D97-AF65-F5344CB8AC3E}">
        <p14:creationId xmlns:p14="http://schemas.microsoft.com/office/powerpoint/2010/main" val="2188760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r>
              <a:rPr lang="en-US" b="1" dirty="0" smtClean="0"/>
              <a:t>Section breaker slide:</a:t>
            </a:r>
          </a:p>
          <a:p>
            <a:endParaRPr lang="en-US" dirty="0" smtClean="0"/>
          </a:p>
          <a:p>
            <a:r>
              <a:rPr lang="en-US" dirty="0" smtClean="0"/>
              <a:t>Used</a:t>
            </a:r>
            <a:r>
              <a:rPr lang="en-US" baseline="0" dirty="0" smtClean="0"/>
              <a:t> for a section heading. You may add a sub heading not exceeding one line also here</a:t>
            </a:r>
          </a:p>
          <a:p>
            <a:endParaRPr lang="en-US" dirty="0" smtClean="0"/>
          </a:p>
          <a:p>
            <a:r>
              <a:rPr lang="en-US" dirty="0" smtClean="0"/>
              <a:t>Section heading – Arial, bold, 34</a:t>
            </a:r>
            <a:r>
              <a:rPr lang="en-US" baseline="0" dirty="0" smtClean="0"/>
              <a:t> font size, should not exceed beyond 1 line</a:t>
            </a:r>
          </a:p>
          <a:p>
            <a:endParaRPr lang="en-US" baseline="0" dirty="0" smtClean="0"/>
          </a:p>
          <a:p>
            <a:r>
              <a:rPr lang="en-US" baseline="0" dirty="0" smtClean="0"/>
              <a:t>Sub Head – Arial, normal, 20 font size, should not exceed beyond 1 line</a:t>
            </a:r>
            <a:endParaRPr lang="en-US" dirty="0" smtClean="0"/>
          </a:p>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28</a:t>
            </a:fld>
            <a:endParaRPr lang="en-US"/>
          </a:p>
        </p:txBody>
      </p:sp>
    </p:spTree>
    <p:extLst>
      <p:ext uri="{BB962C8B-B14F-4D97-AF65-F5344CB8AC3E}">
        <p14:creationId xmlns:p14="http://schemas.microsoft.com/office/powerpoint/2010/main" val="3685033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b="1" dirty="0" smtClean="0"/>
              <a:t>Content Slide: </a:t>
            </a:r>
            <a:r>
              <a:rPr lang="en-US" dirty="0" smtClean="0"/>
              <a:t>This is usually the most frequently</a:t>
            </a:r>
            <a:r>
              <a:rPr lang="en-US" baseline="0" dirty="0" smtClean="0"/>
              <a:t> used slide in every presentation. </a:t>
            </a:r>
            <a:endParaRPr lang="en-US" dirty="0" smtClean="0"/>
          </a:p>
          <a:p>
            <a:endParaRPr lang="en-US" dirty="0" smtClean="0"/>
          </a:p>
          <a:p>
            <a:r>
              <a:rPr lang="en-US" dirty="0" smtClean="0"/>
              <a:t>Use this slide for Text heavy slides.</a:t>
            </a:r>
            <a:r>
              <a:rPr lang="en-US" baseline="0" dirty="0" smtClean="0"/>
              <a:t> Text can only be used in bullet points</a:t>
            </a:r>
            <a:endParaRPr lang="en-US" dirty="0" smtClean="0"/>
          </a:p>
          <a:p>
            <a:endParaRPr lang="en-US" dirty="0" smtClean="0"/>
          </a:p>
          <a:p>
            <a:r>
              <a:rPr lang="en-US" dirty="0" smtClean="0"/>
              <a:t>Title</a:t>
            </a:r>
            <a:r>
              <a:rPr lang="en-US" baseline="0" dirty="0" smtClean="0"/>
              <a:t> Heading – font size 30, Arial Heading</a:t>
            </a:r>
          </a:p>
          <a:p>
            <a:endParaRPr lang="en-US" baseline="0" dirty="0" smtClean="0"/>
          </a:p>
          <a:p>
            <a:r>
              <a:rPr lang="en-US" baseline="0" dirty="0" smtClean="0"/>
              <a:t>Slide Content – Should not reduce beyond Arial body font 16</a:t>
            </a:r>
          </a:p>
          <a:p>
            <a:endParaRPr lang="en-US" baseline="0" dirty="0" smtClean="0"/>
          </a:p>
          <a:p>
            <a:r>
              <a:rPr lang="en-US" baseline="0" dirty="0" smtClean="0"/>
              <a:t>If you need to use sub bullets please use the indent buttons located next to the bullets buttons in the tool bar and this will automatically provide you with the second, third, fourth &amp; fifth level bullet styles and font sizes</a:t>
            </a:r>
          </a:p>
          <a:p>
            <a:endParaRPr lang="en-US" baseline="0" dirty="0" smtClean="0"/>
          </a:p>
          <a:p>
            <a:r>
              <a:rPr lang="en-US" baseline="0" dirty="0" smtClean="0"/>
              <a:t>Please note you can also press the tab key to create the different levels of bulleted content</a:t>
            </a:r>
          </a:p>
        </p:txBody>
      </p:sp>
      <p:sp>
        <p:nvSpPr>
          <p:cNvPr id="4" name="Slide Number Placeholder 3"/>
          <p:cNvSpPr>
            <a:spLocks noGrp="1"/>
          </p:cNvSpPr>
          <p:nvPr>
            <p:ph type="sldNum" sz="quarter" idx="10"/>
          </p:nvPr>
        </p:nvSpPr>
        <p:spPr/>
        <p:txBody>
          <a:bodyPr/>
          <a:lstStyle/>
          <a:p>
            <a:fld id="{DBDA5EBE-E194-4A8A-BBBE-6B90DE9885F5}" type="slidenum">
              <a:rPr lang="en-US" smtClean="0"/>
              <a:t>29</a:t>
            </a:fld>
            <a:endParaRPr lang="en-US"/>
          </a:p>
        </p:txBody>
      </p:sp>
    </p:spTree>
    <p:extLst>
      <p:ext uri="{BB962C8B-B14F-4D97-AF65-F5344CB8AC3E}">
        <p14:creationId xmlns:p14="http://schemas.microsoft.com/office/powerpoint/2010/main" val="40140908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p:txBody>
          <a:bodyPr/>
          <a:lstStyle/>
          <a:p>
            <a:r>
              <a:rPr lang="en-US" b="1" dirty="0" smtClean="0"/>
              <a:t>Content Slide: </a:t>
            </a:r>
            <a:r>
              <a:rPr lang="en-US" dirty="0" smtClean="0"/>
              <a:t>This is usually the most frequently</a:t>
            </a:r>
            <a:r>
              <a:rPr lang="en-US" baseline="0" dirty="0" smtClean="0"/>
              <a:t> used slide in every presentation. </a:t>
            </a:r>
            <a:endParaRPr lang="en-US" dirty="0" smtClean="0"/>
          </a:p>
          <a:p>
            <a:endParaRPr lang="en-US" dirty="0" smtClean="0"/>
          </a:p>
          <a:p>
            <a:r>
              <a:rPr lang="en-US" dirty="0" smtClean="0"/>
              <a:t>Use this slide for Text heavy slides.</a:t>
            </a:r>
            <a:r>
              <a:rPr lang="en-US" baseline="0" dirty="0" smtClean="0"/>
              <a:t> Text can only be used in bullet points</a:t>
            </a:r>
            <a:endParaRPr lang="en-US" dirty="0" smtClean="0"/>
          </a:p>
          <a:p>
            <a:endParaRPr lang="en-US" dirty="0" smtClean="0"/>
          </a:p>
          <a:p>
            <a:r>
              <a:rPr lang="en-US" dirty="0" smtClean="0"/>
              <a:t>Title</a:t>
            </a:r>
            <a:r>
              <a:rPr lang="en-US" baseline="0" dirty="0" smtClean="0"/>
              <a:t> Heading – font size 30, Arial Heading</a:t>
            </a:r>
          </a:p>
          <a:p>
            <a:endParaRPr lang="en-US" baseline="0" dirty="0" smtClean="0"/>
          </a:p>
          <a:p>
            <a:r>
              <a:rPr lang="en-US" baseline="0" dirty="0" smtClean="0"/>
              <a:t>Slide Content – Should not reduce beyond Arial body font 16</a:t>
            </a:r>
          </a:p>
          <a:p>
            <a:endParaRPr lang="en-US" baseline="0" dirty="0" smtClean="0"/>
          </a:p>
          <a:p>
            <a:r>
              <a:rPr lang="en-US" baseline="0" dirty="0" smtClean="0"/>
              <a:t>If you need to use sub bullets please use the indent buttons located next to the bullets buttons in the tool bar and this will automatically provide you with the second, third, fourth &amp; fifth level bullet styles and font sizes</a:t>
            </a:r>
          </a:p>
          <a:p>
            <a:endParaRPr lang="en-US" baseline="0" dirty="0" smtClean="0"/>
          </a:p>
          <a:p>
            <a:r>
              <a:rPr lang="en-US" baseline="0" dirty="0" smtClean="0"/>
              <a:t>Please note you can also press the tab key to create the different levels of bulleted content</a:t>
            </a:r>
          </a:p>
        </p:txBody>
      </p:sp>
      <p:sp>
        <p:nvSpPr>
          <p:cNvPr id="4" name="Slide Number Placeholder 3"/>
          <p:cNvSpPr>
            <a:spLocks noGrp="1"/>
          </p:cNvSpPr>
          <p:nvPr>
            <p:ph type="sldNum" sz="quarter" idx="10"/>
          </p:nvPr>
        </p:nvSpPr>
        <p:spPr/>
        <p:txBody>
          <a:bodyPr/>
          <a:lstStyle/>
          <a:p>
            <a:fld id="{DBDA5EBE-E194-4A8A-BBBE-6B90DE9885F5}" type="slidenum">
              <a:rPr lang="en-US" smtClean="0"/>
              <a:t>30</a:t>
            </a:fld>
            <a:endParaRPr lang="en-US"/>
          </a:p>
        </p:txBody>
      </p:sp>
    </p:spTree>
    <p:extLst>
      <p:ext uri="{BB962C8B-B14F-4D97-AF65-F5344CB8AC3E}">
        <p14:creationId xmlns:p14="http://schemas.microsoft.com/office/powerpoint/2010/main" val="11836660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pic>
        <p:nvPicPr>
          <p:cNvPr id="10" name="Picture 9" descr="WIPRO PPT Design.jpg"/>
          <p:cNvPicPr>
            <a:picLocks noChangeAspect="1"/>
          </p:cNvPicPr>
          <p:nvPr/>
        </p:nvPicPr>
        <p:blipFill>
          <a:blip r:embed="rId2"/>
          <a:stretch>
            <a:fillRect/>
          </a:stretch>
        </p:blipFill>
        <p:spPr>
          <a:xfrm>
            <a:off x="5121" y="4471039"/>
            <a:ext cx="9133758" cy="2171061"/>
          </a:xfrm>
          <a:prstGeom prst="rect">
            <a:avLst/>
          </a:prstGeom>
        </p:spPr>
      </p:pic>
      <p:sp>
        <p:nvSpPr>
          <p:cNvPr id="2" name="Title 1"/>
          <p:cNvSpPr>
            <a:spLocks noGrp="1"/>
          </p:cNvSpPr>
          <p:nvPr>
            <p:ph type="ctrTitle" hasCustomPrompt="1"/>
          </p:nvPr>
        </p:nvSpPr>
        <p:spPr>
          <a:xfrm>
            <a:off x="4547710" y="1480457"/>
            <a:ext cx="4142266" cy="1547161"/>
          </a:xfrm>
          <a:noFill/>
        </p:spPr>
        <p:txBody>
          <a:bodyPr wrap="square" rtlCol="0" anchor="ctr">
            <a:normAutofit/>
          </a:bodyPr>
          <a:lstStyle>
            <a:lvl1pPr marL="0" algn="l">
              <a:defRPr lang="en-US" sz="3400" dirty="0">
                <a:solidFill>
                  <a:schemeClr val="accent6">
                    <a:lumMod val="50000"/>
                  </a:schemeClr>
                </a:solidFill>
                <a:latin typeface="Arial"/>
                <a:ea typeface="+mn-ea"/>
                <a:cs typeface="Arial"/>
              </a:defRPr>
            </a:lvl1pPr>
          </a:lstStyle>
          <a:p>
            <a:pPr marL="0" lvl="0" algn="l"/>
            <a:r>
              <a:rPr lang="en-US" dirty="0" smtClean="0"/>
              <a:t>Insert Title</a:t>
            </a:r>
            <a:br>
              <a:rPr lang="en-US" dirty="0" smtClean="0"/>
            </a:br>
            <a:r>
              <a:rPr lang="en-US" dirty="0" smtClean="0"/>
              <a:t>Here</a:t>
            </a:r>
            <a:endParaRPr lang="en-US" dirty="0"/>
          </a:p>
        </p:txBody>
      </p:sp>
      <p:sp>
        <p:nvSpPr>
          <p:cNvPr id="3" name="Subtitle 2"/>
          <p:cNvSpPr>
            <a:spLocks noGrp="1"/>
          </p:cNvSpPr>
          <p:nvPr>
            <p:ph type="subTitle" idx="1" hasCustomPrompt="1"/>
          </p:nvPr>
        </p:nvSpPr>
        <p:spPr>
          <a:xfrm>
            <a:off x="4547710" y="3318659"/>
            <a:ext cx="4142266" cy="338554"/>
          </a:xfrm>
          <a:noFill/>
        </p:spPr>
        <p:txBody>
          <a:bodyPr wrap="square"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accent6">
                    <a:lumMod val="50000"/>
                  </a:schemeClr>
                </a:solidFill>
                <a:latin typeface="Arial"/>
                <a:cs typeface="Aria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smtClean="0"/>
              <a:t>Your Name</a:t>
            </a:r>
          </a:p>
        </p:txBody>
      </p:sp>
      <p:pic>
        <p:nvPicPr>
          <p:cNvPr id="7" name="Picture 6" descr="Slides Master - 51.jpg"/>
          <p:cNvPicPr>
            <a:picLocks noChangeAspect="1"/>
          </p:cNvPicPr>
          <p:nvPr/>
        </p:nvPicPr>
        <p:blipFill>
          <a:blip r:embed="rId3"/>
          <a:stretch>
            <a:fillRect/>
          </a:stretch>
        </p:blipFill>
        <p:spPr>
          <a:xfrm>
            <a:off x="2057402" y="1664833"/>
            <a:ext cx="1872342" cy="2084305"/>
          </a:xfrm>
          <a:prstGeom prst="rect">
            <a:avLst/>
          </a:prstGeom>
        </p:spPr>
      </p:pic>
      <p:cxnSp>
        <p:nvCxnSpPr>
          <p:cNvPr id="9" name="Straight Connector 8"/>
          <p:cNvCxnSpPr/>
          <p:nvPr/>
        </p:nvCxnSpPr>
        <p:spPr>
          <a:xfrm rot="5400000">
            <a:off x="2814000" y="2781258"/>
            <a:ext cx="2754000" cy="1588"/>
          </a:xfrm>
          <a:prstGeom prst="line">
            <a:avLst/>
          </a:prstGeom>
          <a:ln w="19050">
            <a:solidFill>
              <a:srgbClr val="B6B6B6"/>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solidFill>
                <a:schemeClr val="accent6">
                  <a:lumMod val="50000"/>
                </a:schemeClr>
              </a:solidFill>
            </a:endParaRPr>
          </a:p>
        </p:txBody>
      </p:sp>
      <p:sp>
        <p:nvSpPr>
          <p:cNvPr id="17" name="Text Placeholder 16"/>
          <p:cNvSpPr>
            <a:spLocks noGrp="1"/>
          </p:cNvSpPr>
          <p:nvPr>
            <p:ph type="body" sz="quarter" idx="10" hasCustomPrompt="1"/>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smtClean="0"/>
              <a:t>Designation</a:t>
            </a:r>
          </a:p>
        </p:txBody>
      </p:sp>
    </p:spTree>
    <p:extLst>
      <p:ext uri="{BB962C8B-B14F-4D97-AF65-F5344CB8AC3E}">
        <p14:creationId xmlns:p14="http://schemas.microsoft.com/office/powerpoint/2010/main" val="104688230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16" name="Title 1"/>
          <p:cNvSpPr>
            <a:spLocks noGrp="1"/>
          </p:cNvSpPr>
          <p:nvPr>
            <p:ph type="ctrTitle" hasCustomPrompt="1"/>
          </p:nvPr>
        </p:nvSpPr>
        <p:spPr>
          <a:xfrm>
            <a:off x="460375" y="145522"/>
            <a:ext cx="8189776" cy="554400"/>
          </a:xfrm>
        </p:spPr>
        <p:txBody>
          <a:bodyPr/>
          <a:lstStyle>
            <a:lvl1pPr>
              <a:defRPr>
                <a:solidFill>
                  <a:schemeClr val="accent6">
                    <a:lumMod val="50000"/>
                  </a:schemeClr>
                </a:solidFill>
              </a:defRPr>
            </a:lvl1pPr>
          </a:lstStyle>
          <a:p>
            <a:r>
              <a:rPr lang="en-US" dirty="0" smtClean="0"/>
              <a:t>Agenda</a:t>
            </a:r>
            <a:endParaRPr lang="en-IN" dirty="0"/>
          </a:p>
        </p:txBody>
      </p:sp>
      <p:sp>
        <p:nvSpPr>
          <p:cNvPr id="17" name="Text Placeholder 38"/>
          <p:cNvSpPr>
            <a:spLocks noGrp="1"/>
          </p:cNvSpPr>
          <p:nvPr>
            <p:ph type="body" sz="quarter" idx="10" hasCustomPrompt="1"/>
          </p:nvPr>
        </p:nvSpPr>
        <p:spPr>
          <a:xfrm>
            <a:off x="1005339" y="1350509"/>
            <a:ext cx="7557748" cy="652462"/>
          </a:xfrm>
        </p:spPr>
        <p:txBody>
          <a:bodyPr>
            <a:normAutofit/>
          </a:bodyPr>
          <a:lstStyle>
            <a:lvl1pPr marL="0" indent="0">
              <a:buNone/>
              <a:defRPr sz="2800" b="1">
                <a:solidFill>
                  <a:schemeClr val="accent6">
                    <a:lumMod val="50000"/>
                  </a:schemeClr>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18" name="Text Placeholder 38"/>
          <p:cNvSpPr>
            <a:spLocks noGrp="1"/>
          </p:cNvSpPr>
          <p:nvPr>
            <p:ph type="body" sz="quarter" idx="11" hasCustomPrompt="1"/>
          </p:nvPr>
        </p:nvSpPr>
        <p:spPr>
          <a:xfrm>
            <a:off x="1005339" y="2380789"/>
            <a:ext cx="7557748" cy="652462"/>
          </a:xfrm>
        </p:spPr>
        <p:txBody>
          <a:bodyPr>
            <a:normAutofit/>
          </a:bodyPr>
          <a:lstStyle>
            <a:lvl1pPr marL="0" indent="0">
              <a:buNone/>
              <a:tabLst/>
              <a:defRPr sz="2800" b="1">
                <a:solidFill>
                  <a:schemeClr val="accent6">
                    <a:lumMod val="50000"/>
                  </a:schemeClr>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24" name="Text Placeholder 38"/>
          <p:cNvSpPr>
            <a:spLocks noGrp="1"/>
          </p:cNvSpPr>
          <p:nvPr>
            <p:ph type="body" sz="quarter" idx="12" hasCustomPrompt="1"/>
          </p:nvPr>
        </p:nvSpPr>
        <p:spPr>
          <a:xfrm>
            <a:off x="1005339" y="3403153"/>
            <a:ext cx="7557748" cy="652462"/>
          </a:xfrm>
        </p:spPr>
        <p:txBody>
          <a:bodyPr>
            <a:normAutofit/>
          </a:bodyPr>
          <a:lstStyle>
            <a:lvl1pPr marL="0" indent="0">
              <a:buNone/>
              <a:defRPr sz="2800" b="1">
                <a:solidFill>
                  <a:schemeClr val="accent6">
                    <a:lumMod val="50000"/>
                  </a:schemeClr>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25" name="Text Placeholder 38"/>
          <p:cNvSpPr>
            <a:spLocks noGrp="1"/>
          </p:cNvSpPr>
          <p:nvPr>
            <p:ph type="body" sz="quarter" idx="13" hasCustomPrompt="1"/>
          </p:nvPr>
        </p:nvSpPr>
        <p:spPr>
          <a:xfrm>
            <a:off x="1005339" y="4462030"/>
            <a:ext cx="7557748" cy="652462"/>
          </a:xfrm>
        </p:spPr>
        <p:txBody>
          <a:bodyPr>
            <a:normAutofit/>
          </a:bodyPr>
          <a:lstStyle>
            <a:lvl1pPr marL="0" indent="0">
              <a:buNone/>
              <a:defRPr sz="2800" b="1">
                <a:solidFill>
                  <a:schemeClr val="accent6">
                    <a:lumMod val="50000"/>
                  </a:schemeClr>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27" name="Text Placeholder 38"/>
          <p:cNvSpPr>
            <a:spLocks noGrp="1"/>
          </p:cNvSpPr>
          <p:nvPr>
            <p:ph type="body" sz="quarter" idx="14" hasCustomPrompt="1"/>
          </p:nvPr>
        </p:nvSpPr>
        <p:spPr>
          <a:xfrm>
            <a:off x="1005339" y="5504120"/>
            <a:ext cx="7557748" cy="652462"/>
          </a:xfrm>
        </p:spPr>
        <p:txBody>
          <a:bodyPr>
            <a:normAutofit/>
          </a:bodyPr>
          <a:lstStyle>
            <a:lvl1pPr marL="0" indent="0">
              <a:buNone/>
              <a:defRPr sz="2800" b="1">
                <a:solidFill>
                  <a:schemeClr val="accent6">
                    <a:lumMod val="50000"/>
                  </a:schemeClr>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28" name="Text Placeholder 38"/>
          <p:cNvSpPr>
            <a:spLocks noGrp="1"/>
          </p:cNvSpPr>
          <p:nvPr>
            <p:ph type="body" sz="quarter" idx="15" hasCustomPrompt="1"/>
          </p:nvPr>
        </p:nvSpPr>
        <p:spPr>
          <a:xfrm>
            <a:off x="460375" y="1345746"/>
            <a:ext cx="352425" cy="668792"/>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p:spPr>
        <p:txBody>
          <a:bodyPr anchor="ctr">
            <a:normAutofit/>
          </a:bodyPr>
          <a:lstStyle>
            <a:lvl1pPr marL="0" indent="0" algn="ctr">
              <a:buNone/>
              <a:defRPr sz="2400" b="1">
                <a:solidFill>
                  <a:schemeClr val="bg1"/>
                </a:solidFill>
              </a:defRPr>
            </a:lvl1pPr>
            <a:lvl2pPr>
              <a:buNone/>
              <a:defRPr/>
            </a:lvl2pPr>
            <a:lvl3pPr>
              <a:buNone/>
              <a:defRPr/>
            </a:lvl3pPr>
            <a:lvl4pPr>
              <a:buNone/>
              <a:defRPr/>
            </a:lvl4pPr>
            <a:lvl5pPr>
              <a:buNone/>
              <a:defRPr/>
            </a:lvl5pPr>
          </a:lstStyle>
          <a:p>
            <a:pPr lvl="0"/>
            <a:r>
              <a:rPr lang="en-US" dirty="0" smtClean="0"/>
              <a:t>1</a:t>
            </a:r>
          </a:p>
        </p:txBody>
      </p:sp>
      <p:sp>
        <p:nvSpPr>
          <p:cNvPr id="29" name="Text Placeholder 38"/>
          <p:cNvSpPr>
            <a:spLocks noGrp="1"/>
          </p:cNvSpPr>
          <p:nvPr>
            <p:ph type="body" sz="quarter" idx="16" hasCustomPrompt="1"/>
          </p:nvPr>
        </p:nvSpPr>
        <p:spPr>
          <a:xfrm>
            <a:off x="460375" y="2384085"/>
            <a:ext cx="352425" cy="668792"/>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p:spPr>
        <p:txBody>
          <a:bodyPr anchor="ctr">
            <a:normAutofit/>
          </a:bodyPr>
          <a:lstStyle>
            <a:lvl1pPr>
              <a:defRPr lang="en-US" sz="2400" b="1" dirty="0" smtClean="0">
                <a:solidFill>
                  <a:schemeClr val="bg1"/>
                </a:solidFill>
              </a:defRPr>
            </a:lvl1pPr>
          </a:lstStyle>
          <a:p>
            <a:pPr marL="0" lvl="0" indent="0" algn="ctr">
              <a:buNone/>
            </a:pPr>
            <a:r>
              <a:rPr lang="en-US" dirty="0" smtClean="0"/>
              <a:t>2</a:t>
            </a:r>
          </a:p>
        </p:txBody>
      </p:sp>
      <p:sp>
        <p:nvSpPr>
          <p:cNvPr id="30" name="Text Placeholder 38"/>
          <p:cNvSpPr>
            <a:spLocks noGrp="1"/>
          </p:cNvSpPr>
          <p:nvPr>
            <p:ph type="body" sz="quarter" idx="17" hasCustomPrompt="1"/>
          </p:nvPr>
        </p:nvSpPr>
        <p:spPr>
          <a:xfrm>
            <a:off x="460375" y="3422424"/>
            <a:ext cx="352425" cy="668792"/>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p:spPr>
        <p:txBody>
          <a:bodyPr anchor="ctr">
            <a:normAutofit/>
          </a:bodyPr>
          <a:lstStyle>
            <a:lvl1pPr>
              <a:defRPr lang="en-US" sz="2400" b="1" dirty="0" smtClean="0">
                <a:solidFill>
                  <a:schemeClr val="bg1"/>
                </a:solidFill>
              </a:defRPr>
            </a:lvl1pPr>
          </a:lstStyle>
          <a:p>
            <a:pPr marL="0" lvl="0" indent="0" algn="ctr">
              <a:buNone/>
            </a:pPr>
            <a:r>
              <a:rPr lang="en-US" dirty="0" smtClean="0"/>
              <a:t>3</a:t>
            </a:r>
          </a:p>
        </p:txBody>
      </p:sp>
      <p:sp>
        <p:nvSpPr>
          <p:cNvPr id="32" name="Text Placeholder 38"/>
          <p:cNvSpPr>
            <a:spLocks noGrp="1"/>
          </p:cNvSpPr>
          <p:nvPr>
            <p:ph type="body" sz="quarter" idx="18" hasCustomPrompt="1"/>
          </p:nvPr>
        </p:nvSpPr>
        <p:spPr>
          <a:xfrm>
            <a:off x="460375" y="4460763"/>
            <a:ext cx="352425" cy="668792"/>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p:spPr>
        <p:txBody>
          <a:bodyPr anchor="ctr">
            <a:normAutofit/>
          </a:bodyPr>
          <a:lstStyle>
            <a:lvl1pPr>
              <a:defRPr lang="en-US" sz="2400" b="1" dirty="0" smtClean="0">
                <a:solidFill>
                  <a:schemeClr val="bg1"/>
                </a:solidFill>
              </a:defRPr>
            </a:lvl1pPr>
          </a:lstStyle>
          <a:p>
            <a:pPr marL="0" lvl="0" indent="0" algn="ctr">
              <a:buNone/>
            </a:pPr>
            <a:r>
              <a:rPr lang="en-US" dirty="0" smtClean="0"/>
              <a:t>4</a:t>
            </a:r>
          </a:p>
        </p:txBody>
      </p:sp>
      <p:sp>
        <p:nvSpPr>
          <p:cNvPr id="33" name="Text Placeholder 38"/>
          <p:cNvSpPr>
            <a:spLocks noGrp="1"/>
          </p:cNvSpPr>
          <p:nvPr>
            <p:ph type="body" sz="quarter" idx="19" hasCustomPrompt="1"/>
          </p:nvPr>
        </p:nvSpPr>
        <p:spPr>
          <a:xfrm>
            <a:off x="460375" y="5499100"/>
            <a:ext cx="352425" cy="668792"/>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p:spPr>
        <p:txBody>
          <a:bodyPr anchor="ctr">
            <a:normAutofit/>
          </a:bodyPr>
          <a:lstStyle>
            <a:lvl1pPr>
              <a:defRPr lang="en-US" sz="2400" b="1" dirty="0" smtClean="0">
                <a:solidFill>
                  <a:schemeClr val="bg1"/>
                </a:solidFill>
              </a:defRPr>
            </a:lvl1pPr>
          </a:lstStyle>
          <a:p>
            <a:pPr marL="0" lvl="0" indent="0" algn="ctr">
              <a:buNone/>
            </a:pPr>
            <a:r>
              <a:rPr lang="en-US" dirty="0" smtClean="0"/>
              <a:t>5</a:t>
            </a:r>
          </a:p>
        </p:txBody>
      </p:sp>
    </p:spTree>
    <p:extLst>
      <p:ext uri="{BB962C8B-B14F-4D97-AF65-F5344CB8AC3E}">
        <p14:creationId xmlns:p14="http://schemas.microsoft.com/office/powerpoint/2010/main" val="59253820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breaker slide">
    <p:bg>
      <p:bgPr>
        <a:solidFill>
          <a:schemeClr val="bg1"/>
        </a:solidFill>
        <a:effectLst/>
      </p:bgPr>
    </p:bg>
    <p:spTree>
      <p:nvGrpSpPr>
        <p:cNvPr id="1" name=""/>
        <p:cNvGrpSpPr/>
        <p:nvPr/>
      </p:nvGrpSpPr>
      <p:grpSpPr>
        <a:xfrm>
          <a:off x="0" y="0"/>
          <a:ext cx="0" cy="0"/>
          <a:chOff x="0" y="0"/>
          <a:chExt cx="0" cy="0"/>
        </a:xfrm>
      </p:grpSpPr>
      <p:sp>
        <p:nvSpPr>
          <p:cNvPr id="11" name="Rectangle 10"/>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6" name="Text Placeholder 3"/>
          <p:cNvSpPr>
            <a:spLocks noGrp="1"/>
          </p:cNvSpPr>
          <p:nvPr>
            <p:ph type="body" sz="quarter" idx="11" hasCustomPrompt="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accent6">
                    <a:lumMod val="50000"/>
                  </a:schemeClr>
                </a:solidFill>
                <a:effectLst/>
                <a:uLnTx/>
                <a:uFillTx/>
                <a:latin typeface="+mn-lt"/>
                <a:ea typeface="+mn-ea"/>
                <a:cs typeface="Arial"/>
              </a:defRPr>
            </a:lvl1pPr>
          </a:lstStyle>
          <a:p>
            <a:pPr lvl="0"/>
            <a:r>
              <a:rPr lang="en-US" dirty="0" smtClean="0"/>
              <a:t>Section Name Here</a:t>
            </a:r>
          </a:p>
        </p:txBody>
      </p:sp>
      <p:sp>
        <p:nvSpPr>
          <p:cNvPr id="8" name="Text Placeholder 3"/>
          <p:cNvSpPr>
            <a:spLocks noGrp="1"/>
          </p:cNvSpPr>
          <p:nvPr>
            <p:ph type="body" sz="quarter" idx="12" hasCustomPrompt="1"/>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accent6">
                    <a:lumMod val="50000"/>
                  </a:schemeClr>
                </a:solidFill>
                <a:effectLst/>
                <a:uLnTx/>
                <a:uFillTx/>
                <a:latin typeface="+mn-lt"/>
                <a:ea typeface="+mn-ea"/>
                <a:cs typeface="Arial"/>
              </a:defRPr>
            </a:lvl1pPr>
          </a:lstStyle>
          <a:p>
            <a:pPr lvl="0"/>
            <a:r>
              <a:rPr lang="en-US" dirty="0" smtClean="0"/>
              <a:t>Who what when where</a:t>
            </a:r>
          </a:p>
        </p:txBody>
      </p:sp>
      <p:pic>
        <p:nvPicPr>
          <p:cNvPr id="7" name="Picture 6" descr="WIPRO PPT Design.jpg"/>
          <p:cNvPicPr>
            <a:picLocks noChangeAspect="1"/>
          </p:cNvPicPr>
          <p:nvPr/>
        </p:nvPicPr>
        <p:blipFill>
          <a:blip r:embed="rId2"/>
          <a:stretch>
            <a:fillRect/>
          </a:stretch>
        </p:blipFill>
        <p:spPr>
          <a:xfrm>
            <a:off x="5121" y="4471039"/>
            <a:ext cx="9133758" cy="2171061"/>
          </a:xfrm>
          <a:prstGeom prst="rect">
            <a:avLst/>
          </a:prstGeom>
        </p:spPr>
      </p:pic>
      <p:pic>
        <p:nvPicPr>
          <p:cNvPr id="10" name="Picture 9" descr="Slides Master - 51.jpg"/>
          <p:cNvPicPr>
            <a:picLocks noChangeAspect="1"/>
          </p:cNvPicPr>
          <p:nvPr/>
        </p:nvPicPr>
        <p:blipFill>
          <a:blip r:embed="rId3"/>
          <a:stretch>
            <a:fillRect/>
          </a:stretch>
        </p:blipFill>
        <p:spPr>
          <a:xfrm>
            <a:off x="7981685" y="105908"/>
            <a:ext cx="1044840" cy="1163124"/>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5" name="Text Placeholder 14"/>
          <p:cNvSpPr>
            <a:spLocks noGrp="1"/>
          </p:cNvSpPr>
          <p:nvPr>
            <p:ph type="body" sz="quarter" idx="11" hasCustomPrompt="1"/>
          </p:nvPr>
        </p:nvSpPr>
        <p:spPr>
          <a:xfrm>
            <a:off x="460376" y="145140"/>
            <a:ext cx="8229600" cy="553998"/>
          </a:xfrm>
          <a:no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457200" rtl="0" eaLnBrk="1" latinLnBrk="0" hangingPunct="1">
              <a:spcBef>
                <a:spcPct val="0"/>
              </a:spcBef>
              <a:buNone/>
              <a:defRPr lang="en-US" sz="3000" b="1" kern="1200" baseline="0" dirty="0" smtClean="0">
                <a:solidFill>
                  <a:schemeClr val="accent6">
                    <a:lumMod val="50000"/>
                  </a:schemeClr>
                </a:solidFill>
                <a:latin typeface="+mj-lt"/>
                <a:ea typeface="+mn-ea"/>
                <a:cs typeface="Arial"/>
              </a:defRPr>
            </a:lvl1pPr>
          </a:lstStyle>
          <a:p>
            <a:pPr lvl="0"/>
            <a:r>
              <a:rPr lang="en-US" dirty="0" smtClean="0"/>
              <a:t>Insert Title Here</a:t>
            </a:r>
          </a:p>
        </p:txBody>
      </p:sp>
      <p:sp>
        <p:nvSpPr>
          <p:cNvPr id="7" name="Text Placeholder 5"/>
          <p:cNvSpPr>
            <a:spLocks noGrp="1"/>
          </p:cNvSpPr>
          <p:nvPr>
            <p:ph type="body" sz="quarter" idx="16" hasCustomPrompt="1"/>
          </p:nvPr>
        </p:nvSpPr>
        <p:spPr>
          <a:xfrm>
            <a:off x="457200" y="1360488"/>
            <a:ext cx="8240713" cy="4473575"/>
          </a:xfrm>
        </p:spPr>
        <p:txBody>
          <a:bodyPr/>
          <a:lstStyle>
            <a:lvl1pPr marL="231775" indent="-231775">
              <a:buClr>
                <a:srgbClr val="00B0F0"/>
              </a:buClr>
              <a:buFont typeface="Wingdings" pitchFamily="2" charset="2"/>
              <a:buChar char="§"/>
              <a:defRPr sz="2200">
                <a:solidFill>
                  <a:schemeClr val="accent6">
                    <a:lumMod val="50000"/>
                  </a:schemeClr>
                </a:solidFill>
              </a:defRPr>
            </a:lvl1pPr>
            <a:lvl2pPr marL="742950" indent="-285750">
              <a:buClr>
                <a:srgbClr val="00B0F0"/>
              </a:buClr>
              <a:buFont typeface="Wingdings" pitchFamily="2" charset="2"/>
              <a:buChar char="§"/>
              <a:defRPr>
                <a:solidFill>
                  <a:schemeClr val="accent6">
                    <a:lumMod val="50000"/>
                  </a:schemeClr>
                </a:solidFill>
              </a:defRPr>
            </a:lvl2pPr>
            <a:lvl3pPr marL="1143000" indent="-228600">
              <a:buClr>
                <a:srgbClr val="00B0F0"/>
              </a:buClr>
              <a:buFont typeface="Wingdings" pitchFamily="2" charset="2"/>
              <a:buChar char="§"/>
              <a:defRPr>
                <a:solidFill>
                  <a:schemeClr val="accent6">
                    <a:lumMod val="50000"/>
                  </a:schemeClr>
                </a:solidFill>
              </a:defRPr>
            </a:lvl3pPr>
            <a:lvl4pPr marL="1600200" indent="-228600">
              <a:buClr>
                <a:srgbClr val="00B0F0"/>
              </a:buClr>
              <a:buFont typeface="Wingdings" pitchFamily="2" charset="2"/>
              <a:buChar char="§"/>
              <a:defRPr>
                <a:solidFill>
                  <a:schemeClr val="accent6">
                    <a:lumMod val="50000"/>
                  </a:schemeClr>
                </a:solidFill>
              </a:defRPr>
            </a:lvl4pPr>
            <a:lvl5pPr marL="2057400" indent="-228600">
              <a:buClr>
                <a:srgbClr val="00B0F0"/>
              </a:buClr>
              <a:buFont typeface="Wingdings" pitchFamily="2" charset="2"/>
              <a:buChar char="§"/>
              <a:defRPr>
                <a:solidFill>
                  <a:schemeClr val="accent6">
                    <a:lumMod val="50000"/>
                  </a:schemeClr>
                </a:solidFill>
              </a:defRPr>
            </a:lvl5pPr>
          </a:lstStyle>
          <a:p>
            <a:pPr lvl="0"/>
            <a:r>
              <a:rPr lang="en-IN" dirty="0" smtClean="0"/>
              <a:t>Please use bullet points on this slide when the content is heavy break it up into highlights, don’t use paragraphs of text</a:t>
            </a:r>
            <a:endParaRPr lang="en-US" dirty="0" smtClean="0"/>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lumn content sl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lvl="0"/>
            <a:r>
              <a:rPr lang="en-US" dirty="0" smtClean="0"/>
              <a:t>Insert Title Here</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or freeform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lvl="0"/>
            <a:r>
              <a:rPr lang="en-US" dirty="0" smtClean="0"/>
              <a:t>Insert Title Here</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image slid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957943"/>
            <a:ext cx="9144000" cy="5442858"/>
          </a:xfrm>
        </p:spPr>
        <p:txBody>
          <a:bodyPr anchor="ctr">
            <a:normAutofit/>
          </a:bodyPr>
          <a:lstStyle>
            <a:lvl1pPr algn="ctr">
              <a:buNone/>
              <a:defRPr sz="5400" baseline="0"/>
            </a:lvl1pPr>
          </a:lstStyle>
          <a:p>
            <a:r>
              <a:rPr lang="en-US" dirty="0" smtClean="0"/>
              <a:t>Click Icon to Add Picture</a:t>
            </a:r>
            <a:endParaRPr lang="en-IN" dirty="0"/>
          </a:p>
        </p:txBody>
      </p:sp>
      <p:sp>
        <p:nvSpPr>
          <p:cNvPr id="8" name="Text Placeholder 5"/>
          <p:cNvSpPr>
            <a:spLocks noGrp="1"/>
          </p:cNvSpPr>
          <p:nvPr>
            <p:ph type="body" sz="quarter" idx="11" hasCustomPrompt="1"/>
          </p:nvPr>
        </p:nvSpPr>
        <p:spPr>
          <a:xfrm>
            <a:off x="0" y="4517571"/>
            <a:ext cx="9144000" cy="1110343"/>
          </a:xfrm>
          <a:solidFill>
            <a:schemeClr val="accent6">
              <a:lumMod val="40000"/>
              <a:lumOff val="60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accent6">
                    <a:lumMod val="50000"/>
                  </a:schemeClr>
                </a:solidFill>
                <a:latin typeface="Arial" pitchFamily="34" charset="0"/>
                <a:ea typeface="+mn-ea"/>
                <a:cs typeface="Arial" pitchFamily="34" charset="0"/>
              </a:defRPr>
            </a:lvl1pPr>
          </a:lstStyle>
          <a:p>
            <a:pPr lvl="0"/>
            <a:r>
              <a:rPr lang="en-US" dirty="0" smtClean="0"/>
              <a:t>Insert Text Here</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ertical image with paragraph 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140" y="140511"/>
            <a:ext cx="8229600" cy="553998"/>
          </a:xfrm>
        </p:spPr>
        <p:txBody>
          <a:bodyPr/>
          <a:lstStyle>
            <a:lvl1pPr>
              <a:defRPr>
                <a:solidFill>
                  <a:schemeClr val="accent6">
                    <a:lumMod val="50000"/>
                  </a:schemeClr>
                </a:solidFill>
              </a:defRPr>
            </a:lvl1pPr>
          </a:lstStyle>
          <a:p>
            <a:r>
              <a:rPr lang="en-US" dirty="0" smtClean="0"/>
              <a:t>Vertical image with paragraph text</a:t>
            </a:r>
            <a:endParaRPr lang="en-IN" dirty="0"/>
          </a:p>
        </p:txBody>
      </p:sp>
      <p:sp>
        <p:nvSpPr>
          <p:cNvPr id="10" name="Picture Placeholder 8"/>
          <p:cNvSpPr>
            <a:spLocks noGrp="1"/>
          </p:cNvSpPr>
          <p:nvPr>
            <p:ph type="pic" sz="quarter" idx="10"/>
          </p:nvPr>
        </p:nvSpPr>
        <p:spPr>
          <a:xfrm>
            <a:off x="448140" y="1208314"/>
            <a:ext cx="4417774" cy="5046436"/>
          </a:xfrm>
        </p:spPr>
        <p:txBody>
          <a:bodyPr/>
          <a:lstStyle>
            <a:lvl1pPr>
              <a:buNone/>
              <a:defRPr>
                <a:solidFill>
                  <a:schemeClr val="accent6">
                    <a:lumMod val="50000"/>
                  </a:schemeClr>
                </a:solidFill>
              </a:defRPr>
            </a:lvl1pPr>
          </a:lstStyle>
          <a:p>
            <a:r>
              <a:rPr lang="en-US" dirty="0" smtClean="0"/>
              <a:t>Click icon to add picture</a:t>
            </a:r>
            <a:endParaRPr lang="en-IN" dirty="0"/>
          </a:p>
        </p:txBody>
      </p:sp>
      <p:sp>
        <p:nvSpPr>
          <p:cNvPr id="13" name="Text Placeholder 11"/>
          <p:cNvSpPr>
            <a:spLocks noGrp="1"/>
          </p:cNvSpPr>
          <p:nvPr>
            <p:ph type="body" sz="quarter" idx="11" hasCustomPrompt="1"/>
          </p:nvPr>
        </p:nvSpPr>
        <p:spPr>
          <a:xfrm>
            <a:off x="5159829" y="2331357"/>
            <a:ext cx="3530146" cy="2800350"/>
          </a:xfrm>
        </p:spPr>
        <p:txBody>
          <a:bodyPr>
            <a:normAutofit/>
          </a:bodyPr>
          <a:lstStyle>
            <a:lvl1pPr marL="342900" indent="-342900">
              <a:buFont typeface="Wingdings" pitchFamily="2" charset="2"/>
              <a:buChar char="§"/>
              <a:defRPr lang="en-US" sz="2000" kern="1200" dirty="0" smtClean="0">
                <a:solidFill>
                  <a:schemeClr val="accent6">
                    <a:lumMod val="50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marL="0" indent="0">
              <a:buNone/>
            </a:pPr>
            <a:r>
              <a:rPr lang="en-US" dirty="0" smtClean="0">
                <a:solidFill>
                  <a:schemeClr val="tx1">
                    <a:lumMod val="65000"/>
                    <a:lumOff val="35000"/>
                  </a:schemeClr>
                </a:solidFill>
                <a:latin typeface="Arial"/>
                <a:cs typeface="Arial"/>
              </a:rPr>
              <a:t>This vertical image should be aligned left and centered vertically on the slide. Paragraph text should be centered vertically to </a:t>
            </a:r>
            <a:r>
              <a:rPr lang="en-US" dirty="0" smtClean="0">
                <a:solidFill>
                  <a:schemeClr val="tx1">
                    <a:lumMod val="65000"/>
                    <a:lumOff val="35000"/>
                  </a:schemeClr>
                </a:solidFill>
                <a:cs typeface="Arial"/>
              </a:rPr>
              <a:t>the image. Insert Text </a:t>
            </a:r>
            <a:r>
              <a:rPr lang="en-US" dirty="0" err="1" smtClean="0">
                <a:solidFill>
                  <a:schemeClr val="tx1">
                    <a:lumMod val="65000"/>
                    <a:lumOff val="35000"/>
                  </a:schemeClr>
                </a:solidFill>
                <a:cs typeface="Arial"/>
              </a:rPr>
              <a:t>Here.</a:t>
            </a:r>
            <a:r>
              <a:rPr lang="en-US" dirty="0" smtClean="0">
                <a:solidFill>
                  <a:schemeClr val="tx1">
                    <a:lumMod val="65000"/>
                    <a:lumOff val="35000"/>
                  </a:schemeClr>
                </a:solidFill>
                <a:cs typeface="Arial"/>
              </a:rPr>
              <a:t> Keep text as minimal as possible.</a:t>
            </a:r>
            <a:endParaRPr lang="en-US" dirty="0" smtClean="0">
              <a:solidFill>
                <a:schemeClr val="tx1">
                  <a:lumMod val="65000"/>
                  <a:lumOff val="35000"/>
                </a:schemeClr>
              </a:solidFill>
              <a:latin typeface="Arial"/>
              <a:cs typeface="Arial"/>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ertical image with bullet points slide">
    <p:spTree>
      <p:nvGrpSpPr>
        <p:cNvPr id="1" name=""/>
        <p:cNvGrpSpPr/>
        <p:nvPr/>
      </p:nvGrpSpPr>
      <p:grpSpPr>
        <a:xfrm>
          <a:off x="0" y="0"/>
          <a:ext cx="0" cy="0"/>
          <a:chOff x="0" y="0"/>
          <a:chExt cx="0" cy="0"/>
        </a:xfrm>
      </p:grpSpPr>
      <p:sp>
        <p:nvSpPr>
          <p:cNvPr id="7" name="Text Placeholder 6"/>
          <p:cNvSpPr>
            <a:spLocks noGrp="1"/>
          </p:cNvSpPr>
          <p:nvPr>
            <p:ph type="body" sz="quarter" idx="11" hasCustomPrompt="1"/>
          </p:nvPr>
        </p:nvSpPr>
        <p:spPr>
          <a:xfrm>
            <a:off x="5173663" y="2204017"/>
            <a:ext cx="3516312" cy="3055030"/>
          </a:xfrm>
        </p:spPr>
        <p:txBody>
          <a:bodyPr/>
          <a:lstStyle>
            <a:lvl1pPr marL="231775" indent="-231775">
              <a:buClr>
                <a:srgbClr val="00B0F0"/>
              </a:buClr>
              <a:buFont typeface="Wingdings" pitchFamily="2" charset="2"/>
              <a:buChar char="§"/>
              <a:defRPr>
                <a:solidFill>
                  <a:schemeClr val="accent6">
                    <a:lumMod val="50000"/>
                  </a:schemeClr>
                </a:solidFill>
              </a:defRPr>
            </a:lvl1pPr>
          </a:lstStyle>
          <a:p>
            <a:r>
              <a:rPr lang="en-US" dirty="0" smtClean="0">
                <a:solidFill>
                  <a:schemeClr val="tx1">
                    <a:lumMod val="65000"/>
                    <a:lumOff val="35000"/>
                  </a:schemeClr>
                </a:solidFill>
                <a:cs typeface="Arial"/>
              </a:rPr>
              <a:t>This vertical image should be aligned left and centered vertically on the slide. </a:t>
            </a:r>
            <a:br>
              <a:rPr lang="en-US" dirty="0" smtClean="0">
                <a:solidFill>
                  <a:schemeClr val="tx1">
                    <a:lumMod val="65000"/>
                    <a:lumOff val="35000"/>
                  </a:schemeClr>
                </a:solidFill>
                <a:cs typeface="Arial"/>
              </a:rPr>
            </a:br>
            <a:r>
              <a:rPr lang="en-US" dirty="0" smtClean="0">
                <a:solidFill>
                  <a:schemeClr val="tx1">
                    <a:lumMod val="65000"/>
                    <a:lumOff val="35000"/>
                  </a:schemeClr>
                </a:solidFill>
                <a:cs typeface="Arial"/>
              </a:rPr>
              <a:t/>
            </a:r>
            <a:br>
              <a:rPr lang="en-US" dirty="0" smtClean="0">
                <a:solidFill>
                  <a:schemeClr val="tx1">
                    <a:lumMod val="65000"/>
                    <a:lumOff val="35000"/>
                  </a:schemeClr>
                </a:solidFill>
                <a:cs typeface="Arial"/>
              </a:rPr>
            </a:br>
            <a:r>
              <a:rPr lang="en-US" dirty="0" smtClean="0">
                <a:solidFill>
                  <a:schemeClr val="tx1">
                    <a:lumMod val="65000"/>
                    <a:lumOff val="35000"/>
                  </a:schemeClr>
                </a:solidFill>
                <a:cs typeface="Arial"/>
              </a:rPr>
              <a:t>This vertical image should be aligned left and centered vertically on the slide. </a:t>
            </a:r>
          </a:p>
        </p:txBody>
      </p:sp>
      <p:sp>
        <p:nvSpPr>
          <p:cNvPr id="5" name="Picture Placeholder 8"/>
          <p:cNvSpPr>
            <a:spLocks noGrp="1"/>
          </p:cNvSpPr>
          <p:nvPr>
            <p:ph type="pic" sz="quarter" idx="10"/>
          </p:nvPr>
        </p:nvSpPr>
        <p:spPr>
          <a:xfrm>
            <a:off x="448140" y="1208314"/>
            <a:ext cx="4417774" cy="5046436"/>
          </a:xfrm>
        </p:spPr>
        <p:txBody>
          <a:bodyPr/>
          <a:lstStyle>
            <a:lvl1pPr>
              <a:buNone/>
              <a:defRPr>
                <a:solidFill>
                  <a:schemeClr val="accent6">
                    <a:lumMod val="50000"/>
                  </a:schemeClr>
                </a:solidFill>
              </a:defRPr>
            </a:lvl1pPr>
          </a:lstStyle>
          <a:p>
            <a:r>
              <a:rPr lang="en-US" dirty="0" smtClean="0"/>
              <a:t>Click icon to add picture</a:t>
            </a:r>
            <a:endParaRPr lang="en-IN" dirty="0"/>
          </a:p>
        </p:txBody>
      </p:sp>
      <p:sp>
        <p:nvSpPr>
          <p:cNvPr id="8" name="Title 1"/>
          <p:cNvSpPr>
            <a:spLocks noGrp="1"/>
          </p:cNvSpPr>
          <p:nvPr>
            <p:ph type="title" hasCustomPrompt="1"/>
          </p:nvPr>
        </p:nvSpPr>
        <p:spPr>
          <a:xfrm>
            <a:off x="448140" y="140511"/>
            <a:ext cx="8229600" cy="553998"/>
          </a:xfrm>
        </p:spPr>
        <p:txBody>
          <a:bodyPr/>
          <a:lstStyle>
            <a:lvl1pPr>
              <a:defRPr>
                <a:solidFill>
                  <a:schemeClr val="accent6">
                    <a:lumMod val="50000"/>
                  </a:schemeClr>
                </a:solidFill>
              </a:defRPr>
            </a:lvl1pPr>
          </a:lstStyle>
          <a:p>
            <a:r>
              <a:rPr lang="en-US" dirty="0" smtClean="0"/>
              <a:t>Vertical image with bullet points</a:t>
            </a:r>
            <a:endParaRPr lang="en-IN"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orizontal image with paragraph text slide">
    <p:spTree>
      <p:nvGrpSpPr>
        <p:cNvPr id="1" name=""/>
        <p:cNvGrpSpPr/>
        <p:nvPr/>
      </p:nvGrpSpPr>
      <p:grpSpPr>
        <a:xfrm>
          <a:off x="0" y="0"/>
          <a:ext cx="0" cy="0"/>
          <a:chOff x="0" y="0"/>
          <a:chExt cx="0" cy="0"/>
        </a:xfrm>
      </p:grpSpPr>
      <p:sp>
        <p:nvSpPr>
          <p:cNvPr id="10" name="Picture Placeholder 8"/>
          <p:cNvSpPr>
            <a:spLocks noGrp="1"/>
          </p:cNvSpPr>
          <p:nvPr>
            <p:ph type="pic" sz="quarter" idx="10"/>
          </p:nvPr>
        </p:nvSpPr>
        <p:spPr>
          <a:xfrm>
            <a:off x="460376" y="1103313"/>
            <a:ext cx="8229600" cy="3149600"/>
          </a:xfrm>
        </p:spPr>
        <p:txBody>
          <a:bodyPr/>
          <a:lstStyle>
            <a:lvl1pPr>
              <a:buNone/>
              <a:defRPr>
                <a:solidFill>
                  <a:schemeClr val="accent6">
                    <a:lumMod val="50000"/>
                  </a:schemeClr>
                </a:solidFill>
              </a:defRPr>
            </a:lvl1pPr>
          </a:lstStyle>
          <a:p>
            <a:r>
              <a:rPr lang="en-US" dirty="0" smtClean="0"/>
              <a:t>Click icon to add picture</a:t>
            </a:r>
            <a:endParaRPr lang="en-IN" dirty="0"/>
          </a:p>
        </p:txBody>
      </p:sp>
      <p:sp>
        <p:nvSpPr>
          <p:cNvPr id="12" name="Text Placeholder 11"/>
          <p:cNvSpPr>
            <a:spLocks noGrp="1"/>
          </p:cNvSpPr>
          <p:nvPr>
            <p:ph type="body" sz="quarter" idx="11" hasCustomPrompt="1"/>
          </p:nvPr>
        </p:nvSpPr>
        <p:spPr>
          <a:xfrm>
            <a:off x="1146289" y="4498975"/>
            <a:ext cx="6851423" cy="1495425"/>
          </a:xfrm>
        </p:spPr>
        <p:txBody>
          <a:bodyPr>
            <a:normAutofit/>
          </a:bodyPr>
          <a:lstStyle>
            <a:lvl1pPr marL="0" indent="0">
              <a:buFont typeface="Arial" pitchFamily="34" charset="0"/>
              <a:buNone/>
              <a:defRPr lang="en-US" sz="2000" kern="1200" dirty="0" smtClean="0">
                <a:solidFill>
                  <a:schemeClr val="accent6">
                    <a:lumMod val="50000"/>
                  </a:schemeClr>
                </a:solidFill>
                <a:latin typeface="+mn-lt"/>
                <a:ea typeface="+mn-ea"/>
                <a:cs typeface="+mn-cs"/>
              </a:defRPr>
            </a:lvl1pPr>
          </a:lstStyle>
          <a:p>
            <a:pPr lvl="0"/>
            <a:r>
              <a:rPr lang="en-IN" dirty="0" smtClean="0"/>
              <a:t>Paragraph text should be left aligned. Adjust the height of this text box when needed. Make sure this box is </a:t>
            </a:r>
            <a:r>
              <a:rPr lang="en-IN" dirty="0" err="1" smtClean="0"/>
              <a:t>centered</a:t>
            </a:r>
            <a:r>
              <a:rPr lang="en-IN" dirty="0" smtClean="0"/>
              <a:t> horizontally on the page and to the image. 20 </a:t>
            </a:r>
            <a:r>
              <a:rPr lang="en-IN" dirty="0" err="1" smtClean="0"/>
              <a:t>pt</a:t>
            </a:r>
            <a:r>
              <a:rPr lang="en-IN" dirty="0" smtClean="0"/>
              <a:t> text should be used. Keep text as minimal as possible.</a:t>
            </a:r>
          </a:p>
        </p:txBody>
      </p:sp>
      <p:sp>
        <p:nvSpPr>
          <p:cNvPr id="5" name="Title 1"/>
          <p:cNvSpPr>
            <a:spLocks noGrp="1"/>
          </p:cNvSpPr>
          <p:nvPr>
            <p:ph type="title" hasCustomPrompt="1"/>
          </p:nvPr>
        </p:nvSpPr>
        <p:spPr>
          <a:xfrm>
            <a:off x="448140" y="140511"/>
            <a:ext cx="8229600" cy="553998"/>
          </a:xfrm>
        </p:spPr>
        <p:txBody>
          <a:bodyPr/>
          <a:lstStyle>
            <a:lvl1pPr>
              <a:defRPr>
                <a:solidFill>
                  <a:schemeClr val="accent6">
                    <a:lumMod val="50000"/>
                  </a:schemeClr>
                </a:solidFill>
              </a:defRPr>
            </a:lvl1pPr>
          </a:lstStyle>
          <a:p>
            <a:r>
              <a:rPr lang="en-US" dirty="0" smtClean="0"/>
              <a:t>Horizontal image with paragraph text</a:t>
            </a:r>
            <a:endParaRPr lang="en-IN"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orizontal image with bullet points slide">
    <p:spTree>
      <p:nvGrpSpPr>
        <p:cNvPr id="1" name=""/>
        <p:cNvGrpSpPr/>
        <p:nvPr/>
      </p:nvGrpSpPr>
      <p:grpSpPr>
        <a:xfrm>
          <a:off x="0" y="0"/>
          <a:ext cx="0" cy="0"/>
          <a:chOff x="0" y="0"/>
          <a:chExt cx="0" cy="0"/>
        </a:xfrm>
      </p:grpSpPr>
      <p:sp>
        <p:nvSpPr>
          <p:cNvPr id="10" name="Picture Placeholder 8"/>
          <p:cNvSpPr>
            <a:spLocks noGrp="1"/>
          </p:cNvSpPr>
          <p:nvPr>
            <p:ph type="pic" sz="quarter" idx="10"/>
          </p:nvPr>
        </p:nvSpPr>
        <p:spPr>
          <a:xfrm>
            <a:off x="460376" y="1103313"/>
            <a:ext cx="8229600" cy="2699430"/>
          </a:xfrm>
        </p:spPr>
        <p:txBody>
          <a:bodyPr/>
          <a:lstStyle>
            <a:lvl1pPr>
              <a:buNone/>
              <a:defRPr>
                <a:solidFill>
                  <a:schemeClr val="accent6">
                    <a:lumMod val="50000"/>
                  </a:schemeClr>
                </a:solidFill>
              </a:defRPr>
            </a:lvl1pPr>
          </a:lstStyle>
          <a:p>
            <a:r>
              <a:rPr lang="en-US" dirty="0" smtClean="0"/>
              <a:t>Click icon to add picture</a:t>
            </a:r>
            <a:endParaRPr lang="en-IN" dirty="0"/>
          </a:p>
        </p:txBody>
      </p:sp>
      <p:sp>
        <p:nvSpPr>
          <p:cNvPr id="16" name="Text Placeholder 14"/>
          <p:cNvSpPr>
            <a:spLocks noGrp="1"/>
          </p:cNvSpPr>
          <p:nvPr>
            <p:ph type="body" sz="quarter" idx="14" hasCustomPrompt="1"/>
          </p:nvPr>
        </p:nvSpPr>
        <p:spPr>
          <a:xfrm>
            <a:off x="1130300" y="4508500"/>
            <a:ext cx="6883400" cy="1498600"/>
          </a:xfrm>
        </p:spPr>
        <p:txBody>
          <a:bodyPr>
            <a:normAutofit/>
          </a:bodyPr>
          <a:lstStyle>
            <a:lvl1pPr marL="231775" indent="-231775">
              <a:buClr>
                <a:srgbClr val="00B0F0"/>
              </a:buClr>
              <a:buFont typeface="Wingdings" pitchFamily="2" charset="2"/>
              <a:buChar char="§"/>
              <a:defRPr sz="2000" baseline="0">
                <a:solidFill>
                  <a:schemeClr val="accent6">
                    <a:lumMod val="50000"/>
                  </a:schemeClr>
                </a:solidFill>
              </a:defRPr>
            </a:lvl1pPr>
          </a:lstStyle>
          <a:p>
            <a:pPr lvl="0"/>
            <a:r>
              <a:rPr lang="en-US" dirty="0" smtClean="0"/>
              <a:t>The horizontal image should be center aligned</a:t>
            </a:r>
            <a:endParaRPr lang="en-IN" dirty="0"/>
          </a:p>
        </p:txBody>
      </p:sp>
      <p:sp>
        <p:nvSpPr>
          <p:cNvPr id="5" name="Title 1"/>
          <p:cNvSpPr>
            <a:spLocks noGrp="1"/>
          </p:cNvSpPr>
          <p:nvPr>
            <p:ph type="title" hasCustomPrompt="1"/>
          </p:nvPr>
        </p:nvSpPr>
        <p:spPr>
          <a:xfrm>
            <a:off x="448140" y="140511"/>
            <a:ext cx="8229600" cy="553998"/>
          </a:xfrm>
        </p:spPr>
        <p:txBody>
          <a:bodyPr/>
          <a:lstStyle>
            <a:lvl1pPr>
              <a:defRPr>
                <a:solidFill>
                  <a:schemeClr val="accent6">
                    <a:lumMod val="50000"/>
                  </a:schemeClr>
                </a:solidFill>
              </a:defRPr>
            </a:lvl1pPr>
          </a:lstStyle>
          <a:p>
            <a:r>
              <a:rPr lang="en-US" dirty="0" smtClean="0"/>
              <a:t>Horizontal image with bullet points</a:t>
            </a:r>
            <a:endParaRPr lang="en-IN"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ighlights slide">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6" name="Rectangle 1"/>
          <p:cNvSpPr>
            <a:spLocks noChangeArrowheads="1"/>
          </p:cNvSpPr>
          <p:nvPr/>
        </p:nvSpPr>
        <p:spPr bwMode="auto">
          <a:xfrm>
            <a:off x="-4825" y="5486400"/>
            <a:ext cx="8542400"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endParaRPr lang="en-US" dirty="0"/>
          </a:p>
        </p:txBody>
      </p:sp>
      <p:sp>
        <p:nvSpPr>
          <p:cNvPr id="17" name="Rectangle 2"/>
          <p:cNvSpPr>
            <a:spLocks noChangeArrowheads="1"/>
          </p:cNvSpPr>
          <p:nvPr/>
        </p:nvSpPr>
        <p:spPr bwMode="auto">
          <a:xfrm>
            <a:off x="-4825" y="5611813"/>
            <a:ext cx="8542400"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endParaRPr lang="en-US" dirty="0"/>
          </a:p>
        </p:txBody>
      </p:sp>
      <p:sp>
        <p:nvSpPr>
          <p:cNvPr id="23" name="Text Placeholder 11"/>
          <p:cNvSpPr>
            <a:spLocks noGrp="1"/>
          </p:cNvSpPr>
          <p:nvPr>
            <p:ph type="body" sz="quarter" idx="10" hasCustomPrompt="1"/>
          </p:nvPr>
        </p:nvSpPr>
        <p:spPr>
          <a:xfrm>
            <a:off x="914400" y="1164317"/>
            <a:ext cx="4038376"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chemeClr val="accent6">
                    <a:lumMod val="50000"/>
                  </a:schemeClr>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US" dirty="0" smtClean="0"/>
              <a:t>Click to Add Title</a:t>
            </a:r>
          </a:p>
        </p:txBody>
      </p:sp>
      <p:sp>
        <p:nvSpPr>
          <p:cNvPr id="24" name="Text Placeholder 11"/>
          <p:cNvSpPr>
            <a:spLocks noGrp="1"/>
          </p:cNvSpPr>
          <p:nvPr>
            <p:ph type="body" sz="quarter" idx="11" hasCustomPrompt="1"/>
          </p:nvPr>
        </p:nvSpPr>
        <p:spPr>
          <a:xfrm>
            <a:off x="914400" y="758593"/>
            <a:ext cx="4038376"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US" dirty="0" smtClean="0"/>
              <a:t>HIGHLIGHTS</a:t>
            </a:r>
          </a:p>
        </p:txBody>
      </p:sp>
      <p:sp>
        <p:nvSpPr>
          <p:cNvPr id="27" name="Text Placeholder 11"/>
          <p:cNvSpPr>
            <a:spLocks noGrp="1"/>
          </p:cNvSpPr>
          <p:nvPr>
            <p:ph type="body" sz="quarter" idx="12" hasCustomPrompt="1"/>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6">
                    <a:lumMod val="50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IN" dirty="0" smtClean="0"/>
              <a:t>Add a small brief of the case study / point of view / Define a concept / theme / topic. You may add up to 6 lines of text. Beyond 6 lines will not be readable.</a:t>
            </a:r>
          </a:p>
        </p:txBody>
      </p:sp>
      <p:sp>
        <p:nvSpPr>
          <p:cNvPr id="40" name="Picture Placeholder 38"/>
          <p:cNvSpPr>
            <a:spLocks noGrp="1"/>
          </p:cNvSpPr>
          <p:nvPr>
            <p:ph type="pic" sz="quarter" idx="14"/>
          </p:nvPr>
        </p:nvSpPr>
        <p:spPr>
          <a:xfrm>
            <a:off x="5690960" y="490538"/>
            <a:ext cx="2874963" cy="5692775"/>
          </a:xfrm>
          <a:ln>
            <a:noFill/>
          </a:ln>
          <a:effectLst/>
        </p:spPr>
        <p:txBody>
          <a:bodyPr>
            <a:flatTx/>
          </a:bodyPr>
          <a:lstStyle>
            <a:lvl1pPr>
              <a:buNone/>
              <a:defRPr>
                <a:effectLst/>
              </a:defRPr>
            </a:lvl1pPr>
          </a:lstStyle>
          <a:p>
            <a:r>
              <a:rPr lang="en-US" dirty="0" smtClean="0"/>
              <a:t>Click icon to add picture</a:t>
            </a:r>
            <a:endParaRPr lang="en-IN" dirty="0"/>
          </a:p>
        </p:txBody>
      </p:sp>
      <p:sp>
        <p:nvSpPr>
          <p:cNvPr id="12" name="Text Placeholder 11"/>
          <p:cNvSpPr>
            <a:spLocks noGrp="1"/>
          </p:cNvSpPr>
          <p:nvPr>
            <p:ph type="body" sz="quarter" idx="16" hasCustomPrompt="1"/>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US" dirty="0" smtClean="0"/>
              <a:t>Add Highlights of the topic and only </a:t>
            </a:r>
            <a:br>
              <a:rPr lang="en-US" dirty="0" smtClean="0"/>
            </a:br>
            <a:r>
              <a:rPr lang="en-US" dirty="0" smtClean="0"/>
              <a:t>5 lines of text is allowed, beyond </a:t>
            </a:r>
            <a:br>
              <a:rPr lang="en-US" dirty="0" smtClean="0"/>
            </a:br>
            <a:r>
              <a:rPr lang="en-US" dirty="0" smtClean="0"/>
              <a:t>that it will not be readable.</a:t>
            </a:r>
            <a:endParaRPr lang="en-IN" dirty="0" smtClean="0"/>
          </a:p>
        </p:txBody>
      </p:sp>
      <p:sp>
        <p:nvSpPr>
          <p:cNvPr id="13" name="Text Placeholder 2"/>
          <p:cNvSpPr>
            <a:spLocks noGrp="1"/>
          </p:cNvSpPr>
          <p:nvPr>
            <p:ph type="body" sz="quarter" idx="18" hasCustomPrompt="1"/>
          </p:nvPr>
        </p:nvSpPr>
        <p:spPr>
          <a:xfrm rot="5400000" flipH="1">
            <a:off x="4956460" y="85283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se study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lstStyle/>
          <a:p>
            <a:r>
              <a:rPr lang="en-US" dirty="0" smtClean="0"/>
              <a:t>Click icon to add picture</a:t>
            </a:r>
            <a:endParaRPr lang="en-IN" dirty="0"/>
          </a:p>
        </p:txBody>
      </p:sp>
      <p:sp>
        <p:nvSpPr>
          <p:cNvPr id="37" name="Text Placeholder 34"/>
          <p:cNvSpPr>
            <a:spLocks noGrp="1"/>
          </p:cNvSpPr>
          <p:nvPr>
            <p:ph type="body" sz="quarter" idx="12" hasCustomPrompt="1"/>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6">
                    <a:lumMod val="5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Up to 5 lines of text is allowed beyond which it will not be readable.</a:t>
            </a:r>
          </a:p>
        </p:txBody>
      </p:sp>
      <p:sp>
        <p:nvSpPr>
          <p:cNvPr id="15" name="Text Placeholder 31"/>
          <p:cNvSpPr>
            <a:spLocks noGrp="1"/>
          </p:cNvSpPr>
          <p:nvPr>
            <p:ph type="body" sz="quarter" idx="14" hasCustomPrompt="1"/>
          </p:nvPr>
        </p:nvSpPr>
        <p:spPr>
          <a:xfrm>
            <a:off x="3990974" y="1162957"/>
            <a:ext cx="4673600" cy="261258"/>
          </a:xfrm>
        </p:spPr>
        <p:txBody>
          <a:bodyPr anchor="ctr">
            <a:noAutofit/>
          </a:bodyPr>
          <a:lstStyle>
            <a:lvl1pPr>
              <a:buNone/>
              <a:defRPr lang="en-US" sz="1400" b="1" kern="1200" dirty="0" smtClean="0">
                <a:solidFill>
                  <a:schemeClr val="accent6">
                    <a:lumMod val="50000"/>
                  </a:schemeClr>
                </a:solidFill>
                <a:latin typeface="+mj-lt"/>
                <a:ea typeface="+mj-ea"/>
                <a:cs typeface="+mj-cs"/>
              </a:defRPr>
            </a:lvl1pPr>
          </a:lstStyle>
          <a:p>
            <a:pPr lvl="0"/>
            <a:r>
              <a:rPr lang="en-US" dirty="0" smtClean="0"/>
              <a:t>Opportunity</a:t>
            </a:r>
          </a:p>
        </p:txBody>
      </p:sp>
      <p:sp>
        <p:nvSpPr>
          <p:cNvPr id="19" name="Title 1"/>
          <p:cNvSpPr>
            <a:spLocks noGrp="1"/>
          </p:cNvSpPr>
          <p:nvPr>
            <p:ph type="title" hasCustomPrompt="1"/>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marL="0" marR="0" lvl="0" indent="0" defTabSz="457200" rtl="0" eaLnBrk="1" fontAlgn="auto" latinLnBrk="0" hangingPunct="1">
              <a:lnSpc>
                <a:spcPct val="100000"/>
              </a:lnSpc>
              <a:spcBef>
                <a:spcPct val="0"/>
              </a:spcBef>
              <a:spcAft>
                <a:spcPts val="0"/>
              </a:spcAft>
              <a:tabLst/>
              <a:defRPr/>
            </a:pPr>
            <a:r>
              <a:rPr lang="en-US" dirty="0" smtClean="0"/>
              <a:t>Case Study Heading</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32" name="Text Placeholder 34"/>
          <p:cNvSpPr>
            <a:spLocks noGrp="1"/>
          </p:cNvSpPr>
          <p:nvPr>
            <p:ph type="body" sz="quarter" idx="19" hasCustomPrompt="1"/>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6">
                    <a:lumMod val="5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Up to 5 lines of text is allowed beyond which it will not be readable.</a:t>
            </a:r>
          </a:p>
        </p:txBody>
      </p:sp>
      <p:sp>
        <p:nvSpPr>
          <p:cNvPr id="33" name="Text Placeholder 31"/>
          <p:cNvSpPr>
            <a:spLocks noGrp="1"/>
          </p:cNvSpPr>
          <p:nvPr>
            <p:ph type="body" sz="quarter" idx="20" hasCustomPrompt="1"/>
          </p:nvPr>
        </p:nvSpPr>
        <p:spPr>
          <a:xfrm>
            <a:off x="3990974" y="2843663"/>
            <a:ext cx="4673600" cy="261258"/>
          </a:xfrm>
        </p:spPr>
        <p:txBody>
          <a:bodyPr anchor="ctr">
            <a:noAutofit/>
          </a:bodyPr>
          <a:lstStyle>
            <a:lvl1pPr>
              <a:buNone/>
              <a:defRPr lang="en-US" sz="1400" b="1" kern="1200" baseline="0" dirty="0" smtClean="0">
                <a:solidFill>
                  <a:schemeClr val="accent6">
                    <a:lumMod val="50000"/>
                  </a:schemeClr>
                </a:solidFill>
                <a:latin typeface="+mj-lt"/>
                <a:ea typeface="+mj-ea"/>
                <a:cs typeface="+mj-cs"/>
              </a:defRPr>
            </a:lvl1pPr>
          </a:lstStyle>
          <a:p>
            <a:pPr lvl="0"/>
            <a:r>
              <a:rPr lang="en-US" dirty="0" smtClean="0"/>
              <a:t>Challenges </a:t>
            </a:r>
          </a:p>
        </p:txBody>
      </p:sp>
      <p:sp>
        <p:nvSpPr>
          <p:cNvPr id="35" name="Text Placeholder 34"/>
          <p:cNvSpPr>
            <a:spLocks noGrp="1"/>
          </p:cNvSpPr>
          <p:nvPr>
            <p:ph type="body" sz="quarter" idx="21" hasCustomPrompt="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accent6">
                    <a:lumMod val="5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Up to 5 lines of text is allowed beyond which it will not be readable.</a:t>
            </a:r>
          </a:p>
        </p:txBody>
      </p:sp>
      <p:sp>
        <p:nvSpPr>
          <p:cNvPr id="36" name="Text Placeholder 31"/>
          <p:cNvSpPr>
            <a:spLocks noGrp="1"/>
          </p:cNvSpPr>
          <p:nvPr>
            <p:ph type="body" sz="quarter" idx="22" hasCustomPrompt="1"/>
          </p:nvPr>
        </p:nvSpPr>
        <p:spPr>
          <a:xfrm>
            <a:off x="3990974" y="4559774"/>
            <a:ext cx="4673600" cy="261258"/>
          </a:xfrm>
        </p:spPr>
        <p:txBody>
          <a:bodyPr anchor="ctr">
            <a:noAutofit/>
          </a:bodyPr>
          <a:lstStyle>
            <a:lvl1pPr>
              <a:buNone/>
              <a:defRPr lang="en-US" sz="1400" b="1" kern="1200" dirty="0" smtClean="0">
                <a:solidFill>
                  <a:schemeClr val="accent6">
                    <a:lumMod val="50000"/>
                  </a:schemeClr>
                </a:solidFill>
                <a:latin typeface="+mj-lt"/>
                <a:ea typeface="+mj-ea"/>
                <a:cs typeface="+mj-cs"/>
              </a:defRPr>
            </a:lvl1pPr>
          </a:lstStyle>
          <a:p>
            <a:pPr lvl="0"/>
            <a:r>
              <a:rPr lang="en-US" dirty="0" smtClean="0"/>
              <a:t>Impact</a:t>
            </a:r>
          </a:p>
        </p:txBody>
      </p:sp>
      <p:sp>
        <p:nvSpPr>
          <p:cNvPr id="10" name="Text Placeholder 2"/>
          <p:cNvSpPr>
            <a:spLocks noGrp="1"/>
          </p:cNvSpPr>
          <p:nvPr>
            <p:ph type="body" sz="quarter" idx="18" hasCustomPrompt="1"/>
          </p:nvPr>
        </p:nvSpPr>
        <p:spPr>
          <a:xfrm rot="16200000">
            <a:off x="3644028" y="1218597"/>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11" name="Text Placeholder 2"/>
          <p:cNvSpPr>
            <a:spLocks noGrp="1"/>
          </p:cNvSpPr>
          <p:nvPr>
            <p:ph type="body" sz="quarter" idx="23" hasCustomPrompt="1"/>
          </p:nvPr>
        </p:nvSpPr>
        <p:spPr>
          <a:xfrm rot="16200000">
            <a:off x="3644028" y="2906649"/>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12" name="Text Placeholder 2"/>
          <p:cNvSpPr>
            <a:spLocks noGrp="1"/>
          </p:cNvSpPr>
          <p:nvPr>
            <p:ph type="body" sz="quarter" idx="24" hasCustomPrompt="1"/>
          </p:nvPr>
        </p:nvSpPr>
        <p:spPr>
          <a:xfrm rot="16200000">
            <a:off x="3644028" y="4624562"/>
            <a:ext cx="310896" cy="155448"/>
          </a:xfrm>
          <a:prstGeom prst="flowChartExtract">
            <a:avLst/>
          </a:prstGeom>
          <a:solidFill>
            <a:srgbClr val="03A3DF"/>
          </a:solidFill>
          <a:ln w="3175">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Graph slide - Column Graph">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marL="0" marR="0" lvl="0" indent="0" defTabSz="457200" rtl="0" eaLnBrk="1" fontAlgn="auto" latinLnBrk="0" hangingPunct="1">
              <a:lnSpc>
                <a:spcPct val="100000"/>
              </a:lnSpc>
              <a:spcBef>
                <a:spcPct val="0"/>
              </a:spcBef>
              <a:spcAft>
                <a:spcPts val="0"/>
              </a:spcAft>
              <a:tabLst/>
              <a:defRPr/>
            </a:pPr>
            <a:r>
              <a:rPr lang="en-US" dirty="0" smtClean="0"/>
              <a:t>Title of Column Graph</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4" name="Chart Placeholder 13"/>
          <p:cNvSpPr>
            <a:spLocks noGrp="1"/>
          </p:cNvSpPr>
          <p:nvPr>
            <p:ph type="chart" sz="quarter" idx="10"/>
          </p:nvPr>
        </p:nvSpPr>
        <p:spPr>
          <a:xfrm>
            <a:off x="460375" y="1348349"/>
            <a:ext cx="8229600" cy="4716462"/>
          </a:xfrm>
        </p:spPr>
        <p:txBody>
          <a:bodyPr/>
          <a:lstStyle/>
          <a:p>
            <a:r>
              <a:rPr lang="en-US" dirty="0" smtClean="0"/>
              <a:t>Click icon to add chart</a:t>
            </a:r>
            <a:endParaRPr lang="en-IN" dirty="0"/>
          </a:p>
        </p:txBody>
      </p:sp>
      <p:sp>
        <p:nvSpPr>
          <p:cNvPr id="5" name="Oval 6"/>
          <p:cNvSpPr>
            <a:spLocks noChangeArrowheads="1"/>
          </p:cNvSpPr>
          <p:nvPr/>
        </p:nvSpPr>
        <p:spPr bwMode="gray">
          <a:xfrm>
            <a:off x="355600" y="6121101"/>
            <a:ext cx="8432800" cy="287853"/>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wrap="square" anchor="ctr">
            <a:noAutofit/>
          </a:bodyPr>
          <a:lstStyle/>
          <a:p>
            <a:pPr algn="ctr" fontAlgn="auto">
              <a:spcBef>
                <a:spcPts val="0"/>
              </a:spcBef>
              <a:spcAft>
                <a:spcPts val="0"/>
              </a:spcAft>
              <a:defRPr/>
            </a:pPr>
            <a:endParaRPr lang="en-US" kern="0" dirty="0">
              <a:solidFill>
                <a:srgbClr val="000000"/>
              </a:solidFil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Graph Slide - Bar Graph">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marL="0" marR="0" lvl="0" indent="0" defTabSz="457200" rtl="0" eaLnBrk="1" fontAlgn="auto" latinLnBrk="0" hangingPunct="1">
              <a:lnSpc>
                <a:spcPct val="100000"/>
              </a:lnSpc>
              <a:spcBef>
                <a:spcPct val="0"/>
              </a:spcBef>
              <a:spcAft>
                <a:spcPts val="0"/>
              </a:spcAft>
              <a:tabLst/>
              <a:defRPr/>
            </a:pPr>
            <a:r>
              <a:rPr lang="en-US" dirty="0" smtClean="0"/>
              <a:t>Title of Bar Graph</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4" name="Chart Placeholder 13"/>
          <p:cNvSpPr>
            <a:spLocks noGrp="1"/>
          </p:cNvSpPr>
          <p:nvPr>
            <p:ph type="chart" sz="quarter" idx="10"/>
          </p:nvPr>
        </p:nvSpPr>
        <p:spPr>
          <a:xfrm>
            <a:off x="460375" y="1348349"/>
            <a:ext cx="8229600" cy="4716462"/>
          </a:xfrm>
        </p:spPr>
        <p:txBody>
          <a:bodyPr/>
          <a:lstStyle/>
          <a:p>
            <a:r>
              <a:rPr lang="en-US" dirty="0" smtClean="0"/>
              <a:t>Click icon to add chart</a:t>
            </a:r>
            <a:endParaRPr lang="en-IN" dirty="0"/>
          </a:p>
        </p:txBody>
      </p:sp>
      <p:sp>
        <p:nvSpPr>
          <p:cNvPr id="5" name="Oval 6"/>
          <p:cNvSpPr>
            <a:spLocks noChangeArrowheads="1"/>
          </p:cNvSpPr>
          <p:nvPr/>
        </p:nvSpPr>
        <p:spPr bwMode="gray">
          <a:xfrm>
            <a:off x="355600" y="6121101"/>
            <a:ext cx="8432800" cy="287853"/>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wrap="square" anchor="ctr">
            <a:noAutofit/>
          </a:bodyPr>
          <a:lstStyle/>
          <a:p>
            <a:pPr algn="ctr" fontAlgn="auto">
              <a:spcBef>
                <a:spcPts val="0"/>
              </a:spcBef>
              <a:spcAft>
                <a:spcPts val="0"/>
              </a:spcAft>
              <a:defRPr/>
            </a:pPr>
            <a:endParaRPr lang="en-US" kern="0" dirty="0">
              <a:solidFill>
                <a:srgbClr val="000000"/>
              </a:solidFill>
            </a:endParaRP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e char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marL="0" marR="0" lvl="0" indent="0" defTabSz="457200" rtl="0" eaLnBrk="1" fontAlgn="auto" latinLnBrk="0" hangingPunct="1">
              <a:lnSpc>
                <a:spcPct val="100000"/>
              </a:lnSpc>
              <a:spcBef>
                <a:spcPct val="0"/>
              </a:spcBef>
              <a:spcAft>
                <a:spcPts val="0"/>
              </a:spcAft>
              <a:tabLst/>
              <a:defRPr/>
            </a:pPr>
            <a:r>
              <a:rPr lang="en-US" dirty="0" smtClean="0"/>
              <a:t>Title of Pie Chart</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11" name="Chart Placeholder 13"/>
          <p:cNvSpPr>
            <a:spLocks noGrp="1"/>
          </p:cNvSpPr>
          <p:nvPr>
            <p:ph type="chart" sz="quarter" idx="10"/>
          </p:nvPr>
        </p:nvSpPr>
        <p:spPr>
          <a:xfrm>
            <a:off x="460375" y="1348349"/>
            <a:ext cx="8229600" cy="4716462"/>
          </a:xfrm>
        </p:spPr>
        <p:txBody>
          <a:bodyPr/>
          <a:lstStyle/>
          <a:p>
            <a:r>
              <a:rPr lang="en-US" dirty="0" smtClean="0"/>
              <a:t>Click icon to add chart</a:t>
            </a:r>
            <a:endParaRPr lang="en-IN" dirty="0"/>
          </a:p>
        </p:txBody>
      </p:sp>
      <p:sp>
        <p:nvSpPr>
          <p:cNvPr id="12" name="Oval 6"/>
          <p:cNvSpPr>
            <a:spLocks noChangeArrowheads="1"/>
          </p:cNvSpPr>
          <p:nvPr/>
        </p:nvSpPr>
        <p:spPr bwMode="gray">
          <a:xfrm>
            <a:off x="355600" y="6121101"/>
            <a:ext cx="8432800" cy="287853"/>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wrap="square" anchor="ctr">
            <a:noAutofit/>
          </a:bodyPr>
          <a:lstStyle/>
          <a:p>
            <a:pPr algn="ctr" fontAlgn="auto">
              <a:spcBef>
                <a:spcPts val="0"/>
              </a:spcBef>
              <a:spcAft>
                <a:spcPts val="0"/>
              </a:spcAft>
              <a:defRPr/>
            </a:pPr>
            <a:endParaRPr lang="en-US" kern="0" dirty="0">
              <a:solidFill>
                <a:srgbClr val="000000"/>
              </a:solidFill>
            </a:endParaRPr>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e Chart slide option">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marL="0" marR="0" lvl="0" indent="0" defTabSz="457200" rtl="0" eaLnBrk="1" fontAlgn="auto" latinLnBrk="0" hangingPunct="1">
              <a:lnSpc>
                <a:spcPct val="100000"/>
              </a:lnSpc>
              <a:spcBef>
                <a:spcPct val="0"/>
              </a:spcBef>
              <a:spcAft>
                <a:spcPts val="0"/>
              </a:spcAft>
              <a:tabLst/>
              <a:defRPr/>
            </a:pPr>
            <a:r>
              <a:rPr lang="en-US" dirty="0" smtClean="0"/>
              <a:t>Title of Pie Chart</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5" name="Chart Placeholder 13"/>
          <p:cNvSpPr>
            <a:spLocks noGrp="1"/>
          </p:cNvSpPr>
          <p:nvPr>
            <p:ph type="chart" sz="quarter" idx="10"/>
          </p:nvPr>
        </p:nvSpPr>
        <p:spPr>
          <a:xfrm>
            <a:off x="460375" y="1348349"/>
            <a:ext cx="8229600" cy="4716462"/>
          </a:xfrm>
        </p:spPr>
        <p:txBody>
          <a:bodyPr/>
          <a:lstStyle/>
          <a:p>
            <a:r>
              <a:rPr lang="en-US" dirty="0" smtClean="0"/>
              <a:t>Click icon to add chart</a:t>
            </a:r>
            <a:endParaRPr lang="en-IN" dirty="0"/>
          </a:p>
        </p:txBody>
      </p:sp>
      <p:sp>
        <p:nvSpPr>
          <p:cNvPr id="7" name="Oval 6"/>
          <p:cNvSpPr>
            <a:spLocks noChangeArrowheads="1"/>
          </p:cNvSpPr>
          <p:nvPr/>
        </p:nvSpPr>
        <p:spPr bwMode="gray">
          <a:xfrm>
            <a:off x="355600" y="6121101"/>
            <a:ext cx="8432800" cy="287853"/>
          </a:xfrm>
          <a:prstGeom prst="ellipse">
            <a:avLst/>
          </a:prstGeom>
          <a:gradFill rotWithShape="1">
            <a:gsLst>
              <a:gs pos="0">
                <a:srgbClr val="080808">
                  <a:alpha val="15000"/>
                </a:srgbClr>
              </a:gs>
              <a:gs pos="100000">
                <a:srgbClr val="0040A8">
                  <a:alpha val="0"/>
                </a:srgbClr>
              </a:gs>
            </a:gsLst>
            <a:path path="shape">
              <a:fillToRect l="50000" t="50000" r="50000" b="50000"/>
            </a:path>
          </a:gradFill>
          <a:ln w="9525" algn="ctr">
            <a:noFill/>
            <a:miter lim="800000"/>
            <a:headEnd/>
            <a:tailEnd/>
          </a:ln>
          <a:effectLst/>
        </p:spPr>
        <p:txBody>
          <a:bodyPr wrap="square" anchor="ctr">
            <a:noAutofit/>
          </a:bodyPr>
          <a:lstStyle/>
          <a:p>
            <a:pPr algn="ctr" fontAlgn="auto">
              <a:spcBef>
                <a:spcPts val="0"/>
              </a:spcBef>
              <a:spcAft>
                <a:spcPts val="0"/>
              </a:spcAft>
              <a:defRPr/>
            </a:pPr>
            <a:endParaRPr lang="en-US" kern="0" dirty="0">
              <a:solidFill>
                <a:srgbClr val="000000"/>
              </a:solidFill>
            </a:endParaRPr>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cons slide">
    <p:spTree>
      <p:nvGrpSpPr>
        <p:cNvPr id="1" name=""/>
        <p:cNvGrpSpPr/>
        <p:nvPr/>
      </p:nvGrpSpPr>
      <p:grpSpPr>
        <a:xfrm>
          <a:off x="0" y="0"/>
          <a:ext cx="0" cy="0"/>
          <a:chOff x="0" y="0"/>
          <a:chExt cx="0" cy="0"/>
        </a:xfrm>
      </p:grpSpPr>
      <p:sp>
        <p:nvSpPr>
          <p:cNvPr id="42" name="Oval 6"/>
          <p:cNvSpPr>
            <a:spLocks noChangeArrowheads="1"/>
          </p:cNvSpPr>
          <p:nvPr/>
        </p:nvSpPr>
        <p:spPr bwMode="gray">
          <a:xfrm>
            <a:off x="355600" y="5858423"/>
            <a:ext cx="8432800" cy="550531"/>
          </a:xfrm>
          <a:prstGeom prst="ellipse">
            <a:avLst/>
          </a:prstGeom>
          <a:gradFill rotWithShape="1">
            <a:gsLst>
              <a:gs pos="0">
                <a:srgbClr val="080808">
                  <a:alpha val="20000"/>
                </a:srgbClr>
              </a:gs>
              <a:gs pos="100000">
                <a:srgbClr val="0040A8">
                  <a:alpha val="0"/>
                </a:srgbClr>
              </a:gs>
            </a:gsLst>
            <a:path path="shape">
              <a:fillToRect l="50000" t="50000" r="50000" b="50000"/>
            </a:path>
          </a:gradFill>
          <a:ln w="9525" algn="ctr">
            <a:noFill/>
            <a:miter lim="800000"/>
            <a:headEnd/>
            <a:tailEnd/>
          </a:ln>
          <a:effectLst/>
        </p:spPr>
        <p:txBody>
          <a:bodyPr wrap="square" anchor="ctr">
            <a:noAutofit/>
          </a:bodyPr>
          <a:lstStyle/>
          <a:p>
            <a:pPr algn="ctr" fontAlgn="auto">
              <a:spcBef>
                <a:spcPts val="0"/>
              </a:spcBef>
              <a:spcAft>
                <a:spcPts val="0"/>
              </a:spcAft>
              <a:defRPr/>
            </a:pPr>
            <a:endParaRPr lang="en-US" kern="0" dirty="0">
              <a:solidFill>
                <a:srgbClr val="000000"/>
              </a:solidFill>
            </a:endParaRPr>
          </a:p>
        </p:txBody>
      </p:sp>
      <p:sp>
        <p:nvSpPr>
          <p:cNvPr id="57" name="Text Placeholder 56"/>
          <p:cNvSpPr>
            <a:spLocks noGrp="1"/>
          </p:cNvSpPr>
          <p:nvPr>
            <p:ph type="body" sz="quarter" idx="10" hasCustomPrompt="1"/>
          </p:nvPr>
        </p:nvSpPr>
        <p:spPr>
          <a:xfrm>
            <a:off x="780166" y="4223431"/>
            <a:ext cx="1452108" cy="566737"/>
          </a:xfrm>
        </p:spPr>
        <p:txBody>
          <a:bodyPr>
            <a:normAutofit/>
          </a:bodyPr>
          <a:lstStyle>
            <a:lvl1pPr algn="ctr">
              <a:buNone/>
              <a:defRPr lang="en-IN" sz="18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1</a:t>
            </a:r>
            <a:endParaRPr lang="en-IN" dirty="0"/>
          </a:p>
        </p:txBody>
      </p:sp>
      <p:sp>
        <p:nvSpPr>
          <p:cNvPr id="12" name="Title 4"/>
          <p:cNvSpPr>
            <a:spLocks noGrp="1"/>
          </p:cNvSpPr>
          <p:nvPr>
            <p:ph type="title" hasCustomPrompt="1"/>
          </p:nvPr>
        </p:nvSpPr>
        <p:spPr>
          <a:xfrm>
            <a:off x="460375" y="140024"/>
            <a:ext cx="8229600" cy="553998"/>
          </a:xfrm>
        </p:spPr>
        <p:txBody>
          <a:bodyPr/>
          <a:lstStyle>
            <a:lvl1pPr>
              <a:defRPr>
                <a:solidFill>
                  <a:schemeClr val="accent6">
                    <a:lumMod val="50000"/>
                  </a:schemeClr>
                </a:solidFill>
              </a:defRPr>
            </a:lvl1pPr>
          </a:lstStyle>
          <a:p>
            <a:r>
              <a:rPr lang="en-US" dirty="0" smtClean="0"/>
              <a:t>Click to Add Title</a:t>
            </a:r>
            <a:endParaRPr lang="en-US" dirty="0"/>
          </a:p>
        </p:txBody>
      </p:sp>
      <p:sp>
        <p:nvSpPr>
          <p:cNvPr id="10" name="Text Placeholder 2"/>
          <p:cNvSpPr>
            <a:spLocks noGrp="1"/>
          </p:cNvSpPr>
          <p:nvPr>
            <p:ph type="body" sz="quarter" idx="18" hasCustomPrompt="1"/>
          </p:nvPr>
        </p:nvSpPr>
        <p:spPr>
          <a:xfrm>
            <a:off x="7747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13" name="Text Placeholder 56"/>
          <p:cNvSpPr>
            <a:spLocks noGrp="1"/>
          </p:cNvSpPr>
          <p:nvPr>
            <p:ph type="body" sz="quarter" idx="19" hasCustomPrompt="1"/>
          </p:nvPr>
        </p:nvSpPr>
        <p:spPr>
          <a:xfrm>
            <a:off x="2807316" y="4223431"/>
            <a:ext cx="1452108" cy="566737"/>
          </a:xfrm>
        </p:spPr>
        <p:txBody>
          <a:bodyPr>
            <a:normAutofit/>
          </a:bodyPr>
          <a:lstStyle>
            <a:lvl1pPr algn="ctr">
              <a:buNone/>
              <a:defRPr lang="en-IN" sz="18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2</a:t>
            </a:r>
            <a:endParaRPr lang="en-IN" dirty="0"/>
          </a:p>
        </p:txBody>
      </p:sp>
      <p:sp>
        <p:nvSpPr>
          <p:cNvPr id="14" name="Text Placeholder 2"/>
          <p:cNvSpPr>
            <a:spLocks noGrp="1"/>
          </p:cNvSpPr>
          <p:nvPr>
            <p:ph type="body" sz="quarter" idx="20" hasCustomPrompt="1"/>
          </p:nvPr>
        </p:nvSpPr>
        <p:spPr>
          <a:xfrm>
            <a:off x="280185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15" name="Text Placeholder 56"/>
          <p:cNvSpPr>
            <a:spLocks noGrp="1"/>
          </p:cNvSpPr>
          <p:nvPr>
            <p:ph type="body" sz="quarter" idx="21" hasCustomPrompt="1"/>
          </p:nvPr>
        </p:nvSpPr>
        <p:spPr>
          <a:xfrm>
            <a:off x="4811800" y="4223431"/>
            <a:ext cx="1452108" cy="566737"/>
          </a:xfrm>
        </p:spPr>
        <p:txBody>
          <a:bodyPr>
            <a:normAutofit/>
          </a:bodyPr>
          <a:lstStyle>
            <a:lvl1pPr algn="ctr">
              <a:buNone/>
              <a:defRPr lang="en-IN" sz="18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3</a:t>
            </a:r>
            <a:endParaRPr lang="en-IN" dirty="0"/>
          </a:p>
        </p:txBody>
      </p:sp>
      <p:sp>
        <p:nvSpPr>
          <p:cNvPr id="16" name="Text Placeholder 2"/>
          <p:cNvSpPr>
            <a:spLocks noGrp="1"/>
          </p:cNvSpPr>
          <p:nvPr>
            <p:ph type="body" sz="quarter" idx="22" hasCustomPrompt="1"/>
          </p:nvPr>
        </p:nvSpPr>
        <p:spPr>
          <a:xfrm>
            <a:off x="4806334"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17" name="Text Placeholder 56"/>
          <p:cNvSpPr>
            <a:spLocks noGrp="1"/>
          </p:cNvSpPr>
          <p:nvPr>
            <p:ph type="body" sz="quarter" idx="23" hasCustomPrompt="1"/>
          </p:nvPr>
        </p:nvSpPr>
        <p:spPr>
          <a:xfrm>
            <a:off x="6787266" y="4223431"/>
            <a:ext cx="1452108" cy="566737"/>
          </a:xfrm>
        </p:spPr>
        <p:txBody>
          <a:bodyPr>
            <a:normAutofit/>
          </a:bodyPr>
          <a:lstStyle>
            <a:lvl1pPr algn="ctr">
              <a:buNone/>
              <a:defRPr lang="en-IN" sz="18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4</a:t>
            </a:r>
            <a:endParaRPr lang="en-IN" dirty="0"/>
          </a:p>
        </p:txBody>
      </p:sp>
      <p:sp>
        <p:nvSpPr>
          <p:cNvPr id="18" name="Text Placeholder 2"/>
          <p:cNvSpPr>
            <a:spLocks noGrp="1"/>
          </p:cNvSpPr>
          <p:nvPr>
            <p:ph type="body" sz="quarter" idx="24" hasCustomPrompt="1"/>
          </p:nvPr>
        </p:nvSpPr>
        <p:spPr>
          <a:xfrm>
            <a:off x="6781800" y="2679700"/>
            <a:ext cx="1463040" cy="146304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con connector slide">
    <p:spTree>
      <p:nvGrpSpPr>
        <p:cNvPr id="1" name=""/>
        <p:cNvGrpSpPr/>
        <p:nvPr/>
      </p:nvGrpSpPr>
      <p:grpSpPr>
        <a:xfrm>
          <a:off x="0" y="0"/>
          <a:ext cx="0" cy="0"/>
          <a:chOff x="0" y="0"/>
          <a:chExt cx="0" cy="0"/>
        </a:xfrm>
      </p:grpSpPr>
      <p:sp>
        <p:nvSpPr>
          <p:cNvPr id="27" name="Text Placeholder 2"/>
          <p:cNvSpPr>
            <a:spLocks noGrp="1"/>
          </p:cNvSpPr>
          <p:nvPr>
            <p:ph type="body" sz="quarter" idx="22" hasCustomPrompt="1"/>
          </p:nvPr>
        </p:nvSpPr>
        <p:spPr>
          <a:xfrm>
            <a:off x="2642616" y="1727200"/>
            <a:ext cx="3858768" cy="3858768"/>
          </a:xfrm>
          <a:prstGeom prst="ellipse">
            <a:avLst/>
          </a:prstGeom>
          <a:noFill/>
          <a:ln>
            <a:solidFill>
              <a:schemeClr val="accent6">
                <a:lumMod val="75000"/>
              </a:schemeClr>
            </a:solidFill>
            <a:prstDash val="sysDash"/>
          </a:ln>
        </p:spPr>
        <p:txBody>
          <a:bodyPr/>
          <a:lstStyle>
            <a:lvl1pPr marL="0" indent="0">
              <a:buNone/>
              <a:defRPr>
                <a:noFill/>
              </a:defRPr>
            </a:lvl1pPr>
          </a:lstStyle>
          <a:p>
            <a:pPr lvl="0"/>
            <a:r>
              <a:rPr lang="en-US" dirty="0" smtClean="0"/>
              <a:t>.</a:t>
            </a:r>
            <a:endParaRPr lang="en-US" dirty="0"/>
          </a:p>
        </p:txBody>
      </p:sp>
      <p:sp>
        <p:nvSpPr>
          <p:cNvPr id="38" name="Title 4"/>
          <p:cNvSpPr>
            <a:spLocks noGrp="1"/>
          </p:cNvSpPr>
          <p:nvPr>
            <p:ph type="title" hasCustomPrompt="1"/>
          </p:nvPr>
        </p:nvSpPr>
        <p:spPr>
          <a:xfrm>
            <a:off x="460375" y="140024"/>
            <a:ext cx="8229600" cy="553998"/>
          </a:xfrm>
        </p:spPr>
        <p:txBody>
          <a:bodyPr/>
          <a:lstStyle>
            <a:lvl1pPr>
              <a:defRPr>
                <a:solidFill>
                  <a:schemeClr val="accent6">
                    <a:lumMod val="50000"/>
                  </a:schemeClr>
                </a:solidFill>
              </a:defRPr>
            </a:lvl1pPr>
          </a:lstStyle>
          <a:p>
            <a:r>
              <a:rPr lang="en-US" dirty="0" smtClean="0"/>
              <a:t>Click to Add Title</a:t>
            </a:r>
            <a:endParaRPr lang="en-US" dirty="0"/>
          </a:p>
        </p:txBody>
      </p:sp>
      <p:sp>
        <p:nvSpPr>
          <p:cNvPr id="30" name="Text Placeholder 56"/>
          <p:cNvSpPr>
            <a:spLocks noGrp="1"/>
          </p:cNvSpPr>
          <p:nvPr>
            <p:ph type="body" sz="quarter" idx="14" hasCustomPrompt="1"/>
          </p:nvPr>
        </p:nvSpPr>
        <p:spPr>
          <a:xfrm>
            <a:off x="3474131" y="3152631"/>
            <a:ext cx="2231528" cy="693655"/>
          </a:xfrm>
        </p:spPr>
        <p:txBody>
          <a:bodyPr>
            <a:noAutofit/>
          </a:bodyPr>
          <a:lstStyle>
            <a:lvl1pPr marL="0" indent="0" algn="ctr">
              <a:buNone/>
              <a:defRPr lang="en-IN" sz="2000" kern="1200" baseline="0" dirty="0" smtClean="0">
                <a:solidFill>
                  <a:schemeClr val="accent6">
                    <a:lumMod val="50000"/>
                  </a:schemeClr>
                </a:solidFill>
                <a:latin typeface="Arial" pitchFamily="34" charset="0"/>
                <a:ea typeface="+mn-ea"/>
                <a:cs typeface="Arial" pitchFamily="34" charset="0"/>
              </a:defRPr>
            </a:lvl1pPr>
          </a:lstStyle>
          <a:p>
            <a:pPr lvl="0"/>
            <a:r>
              <a:rPr lang="en-US" dirty="0" smtClean="0"/>
              <a:t>INSERT TEXT Subject Matter</a:t>
            </a:r>
            <a:endParaRPr lang="en-IN" dirty="0"/>
          </a:p>
        </p:txBody>
      </p:sp>
      <p:sp>
        <p:nvSpPr>
          <p:cNvPr id="34" name="Text Placeholder 56"/>
          <p:cNvSpPr>
            <a:spLocks noGrp="1"/>
          </p:cNvSpPr>
          <p:nvPr>
            <p:ph type="body" sz="quarter" idx="13" hasCustomPrompt="1"/>
          </p:nvPr>
        </p:nvSpPr>
        <p:spPr>
          <a:xfrm>
            <a:off x="3863878" y="953610"/>
            <a:ext cx="1416244" cy="329811"/>
          </a:xfrm>
        </p:spPr>
        <p:txBody>
          <a:bodyPr>
            <a:normAutofit/>
          </a:bodyPr>
          <a:lstStyle>
            <a:lvl1pPr algn="ctr">
              <a:buNone/>
              <a:defRPr lang="en-IN" sz="14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Here</a:t>
            </a:r>
            <a:endParaRPr lang="en-IN" dirty="0"/>
          </a:p>
        </p:txBody>
      </p:sp>
      <p:sp>
        <p:nvSpPr>
          <p:cNvPr id="37" name="Text Placeholder 56"/>
          <p:cNvSpPr>
            <a:spLocks noGrp="1"/>
          </p:cNvSpPr>
          <p:nvPr>
            <p:ph type="body" sz="quarter" idx="15" hasCustomPrompt="1"/>
          </p:nvPr>
        </p:nvSpPr>
        <p:spPr>
          <a:xfrm>
            <a:off x="3863878" y="6124845"/>
            <a:ext cx="1416244" cy="329811"/>
          </a:xfrm>
        </p:spPr>
        <p:txBody>
          <a:bodyPr>
            <a:normAutofit/>
          </a:bodyPr>
          <a:lstStyle>
            <a:lvl1pPr algn="ctr">
              <a:buNone/>
              <a:defRPr lang="en-IN" sz="14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Here</a:t>
            </a:r>
            <a:endParaRPr lang="en-IN" dirty="0"/>
          </a:p>
        </p:txBody>
      </p:sp>
      <p:sp>
        <p:nvSpPr>
          <p:cNvPr id="39" name="Text Placeholder 56"/>
          <p:cNvSpPr>
            <a:spLocks noGrp="1"/>
          </p:cNvSpPr>
          <p:nvPr>
            <p:ph type="body" sz="quarter" idx="16" hasCustomPrompt="1"/>
          </p:nvPr>
        </p:nvSpPr>
        <p:spPr>
          <a:xfrm>
            <a:off x="6998963" y="3232353"/>
            <a:ext cx="1416244" cy="329811"/>
          </a:xfrm>
        </p:spPr>
        <p:txBody>
          <a:bodyPr>
            <a:normAutofit/>
          </a:bodyPr>
          <a:lstStyle>
            <a:lvl1pPr algn="ctr">
              <a:buNone/>
              <a:defRPr lang="en-IN" sz="14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Here</a:t>
            </a:r>
            <a:endParaRPr lang="en-IN" dirty="0"/>
          </a:p>
        </p:txBody>
      </p:sp>
      <p:sp>
        <p:nvSpPr>
          <p:cNvPr id="40" name="Text Placeholder 56"/>
          <p:cNvSpPr>
            <a:spLocks noGrp="1"/>
          </p:cNvSpPr>
          <p:nvPr>
            <p:ph type="body" sz="quarter" idx="17" hasCustomPrompt="1"/>
          </p:nvPr>
        </p:nvSpPr>
        <p:spPr>
          <a:xfrm>
            <a:off x="701622" y="3232353"/>
            <a:ext cx="1416244" cy="329811"/>
          </a:xfrm>
        </p:spPr>
        <p:txBody>
          <a:bodyPr>
            <a:normAutofit/>
          </a:bodyPr>
          <a:lstStyle>
            <a:lvl1pPr algn="ctr">
              <a:buNone/>
              <a:defRPr lang="en-IN" sz="1400" kern="1200" dirty="0" smtClean="0">
                <a:solidFill>
                  <a:schemeClr val="accent6">
                    <a:lumMod val="50000"/>
                  </a:schemeClr>
                </a:solidFill>
                <a:latin typeface="Arial" pitchFamily="34" charset="0"/>
                <a:ea typeface="+mn-ea"/>
                <a:cs typeface="Arial" pitchFamily="34" charset="0"/>
              </a:defRPr>
            </a:lvl1pPr>
          </a:lstStyle>
          <a:p>
            <a:pPr lvl="0"/>
            <a:r>
              <a:rPr lang="en-US" dirty="0" smtClean="0"/>
              <a:t>Text Here</a:t>
            </a:r>
            <a:endParaRPr lang="en-IN" dirty="0"/>
          </a:p>
        </p:txBody>
      </p:sp>
      <p:sp>
        <p:nvSpPr>
          <p:cNvPr id="15" name="Text Placeholder 2"/>
          <p:cNvSpPr>
            <a:spLocks noGrp="1"/>
          </p:cNvSpPr>
          <p:nvPr>
            <p:ph type="body" sz="quarter" idx="18" hasCustomPrompt="1"/>
          </p:nvPr>
        </p:nvSpPr>
        <p:spPr>
          <a:xfrm>
            <a:off x="4076700" y="13208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19" name="Text Placeholder 2"/>
          <p:cNvSpPr>
            <a:spLocks noGrp="1"/>
          </p:cNvSpPr>
          <p:nvPr>
            <p:ph type="body" sz="quarter" idx="19" hasCustomPrompt="1"/>
          </p:nvPr>
        </p:nvSpPr>
        <p:spPr>
          <a:xfrm>
            <a:off x="4076700" y="51054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21" name="Text Placeholder 2"/>
          <p:cNvSpPr>
            <a:spLocks noGrp="1"/>
          </p:cNvSpPr>
          <p:nvPr>
            <p:ph type="body" sz="quarter" idx="20" hasCustomPrompt="1"/>
          </p:nvPr>
        </p:nvSpPr>
        <p:spPr>
          <a:xfrm>
            <a:off x="2146300" y="29210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
        <p:nvSpPr>
          <p:cNvPr id="24" name="Text Placeholder 2"/>
          <p:cNvSpPr>
            <a:spLocks noGrp="1"/>
          </p:cNvSpPr>
          <p:nvPr>
            <p:ph type="body" sz="quarter" idx="21" hasCustomPrompt="1"/>
          </p:nvPr>
        </p:nvSpPr>
        <p:spPr>
          <a:xfrm>
            <a:off x="5943600" y="2908300"/>
            <a:ext cx="960120" cy="960120"/>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a:solidFill>
              <a:schemeClr val="accent2">
                <a:lumMod val="20000"/>
                <a:lumOff val="80000"/>
              </a:schemeClr>
            </a:solidFill>
          </a:ln>
        </p:spPr>
        <p:txBody>
          <a:bodyPr/>
          <a:lstStyle>
            <a:lvl1pPr marL="0" indent="0">
              <a:buNone/>
              <a:defRPr>
                <a:noFill/>
              </a:defRPr>
            </a:lvl1pPr>
          </a:lstStyle>
          <a:p>
            <a:pPr lvl="0"/>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ank you slide">
    <p:bg>
      <p:bgPr>
        <a:solidFill>
          <a:schemeClr val="bg1"/>
        </a:solidFill>
        <a:effectLst/>
      </p:bgPr>
    </p:bg>
    <p:spTree>
      <p:nvGrpSpPr>
        <p:cNvPr id="1" name=""/>
        <p:cNvGrpSpPr/>
        <p:nvPr/>
      </p:nvGrpSpPr>
      <p:grpSpPr>
        <a:xfrm>
          <a:off x="0" y="0"/>
          <a:ext cx="0" cy="0"/>
          <a:chOff x="0" y="0"/>
          <a:chExt cx="0" cy="0"/>
        </a:xfrm>
      </p:grpSpPr>
      <p:sp>
        <p:nvSpPr>
          <p:cNvPr id="5" name="Title 3"/>
          <p:cNvSpPr>
            <a:spLocks noGrp="1"/>
          </p:cNvSpPr>
          <p:nvPr>
            <p:ph type="ctrTitle" hasCustomPrompt="1"/>
          </p:nvPr>
        </p:nvSpPr>
        <p:spPr>
          <a:xfrm>
            <a:off x="4547710" y="1767649"/>
            <a:ext cx="4203553" cy="553998"/>
          </a:xfrm>
        </p:spPr>
        <p:txBody>
          <a:bodyPr/>
          <a:lstStyle>
            <a:lvl1pPr>
              <a:defRPr>
                <a:solidFill>
                  <a:schemeClr val="accent6">
                    <a:lumMod val="50000"/>
                  </a:schemeClr>
                </a:solidFill>
              </a:defRPr>
            </a:lvl1pPr>
          </a:lstStyle>
          <a:p>
            <a:r>
              <a:rPr lang="en-US" dirty="0" smtClean="0"/>
              <a:t>Thank you</a:t>
            </a:r>
            <a:endParaRPr lang="en-US" dirty="0"/>
          </a:p>
        </p:txBody>
      </p:sp>
      <p:sp>
        <p:nvSpPr>
          <p:cNvPr id="10" name="Text Placeholder 56"/>
          <p:cNvSpPr>
            <a:spLocks noGrp="1"/>
          </p:cNvSpPr>
          <p:nvPr>
            <p:ph type="body" sz="quarter" idx="19" hasCustomPrompt="1"/>
          </p:nvPr>
        </p:nvSpPr>
        <p:spPr>
          <a:xfrm>
            <a:off x="4547710" y="2552751"/>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Your Name</a:t>
            </a:r>
            <a:endParaRPr lang="en-IN" dirty="0"/>
          </a:p>
        </p:txBody>
      </p:sp>
      <p:sp>
        <p:nvSpPr>
          <p:cNvPr id="11" name="Text Placeholder 56"/>
          <p:cNvSpPr>
            <a:spLocks noGrp="1"/>
          </p:cNvSpPr>
          <p:nvPr>
            <p:ph type="body" sz="quarter" idx="20" hasCustomPrompt="1"/>
          </p:nvPr>
        </p:nvSpPr>
        <p:spPr>
          <a:xfrm>
            <a:off x="4547710" y="3537676"/>
            <a:ext cx="4158442" cy="314777"/>
          </a:xfrm>
        </p:spPr>
        <p:txBody>
          <a:bodyPr>
            <a:noAutofit/>
          </a:bodyPr>
          <a:lstStyle>
            <a:lvl1pPr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Email ID</a:t>
            </a:r>
            <a:endParaRPr lang="en-IN" dirty="0"/>
          </a:p>
        </p:txBody>
      </p:sp>
      <p:sp>
        <p:nvSpPr>
          <p:cNvPr id="8" name="Rectangle 7"/>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pic>
        <p:nvPicPr>
          <p:cNvPr id="9" name="Picture 8" descr="WIPRO PPT Design.jpg"/>
          <p:cNvPicPr>
            <a:picLocks noChangeAspect="1"/>
          </p:cNvPicPr>
          <p:nvPr/>
        </p:nvPicPr>
        <p:blipFill>
          <a:blip r:embed="rId2"/>
          <a:stretch>
            <a:fillRect/>
          </a:stretch>
        </p:blipFill>
        <p:spPr>
          <a:xfrm>
            <a:off x="5121" y="4471039"/>
            <a:ext cx="9133758" cy="2171061"/>
          </a:xfrm>
          <a:prstGeom prst="rect">
            <a:avLst/>
          </a:prstGeom>
        </p:spPr>
      </p:pic>
      <p:pic>
        <p:nvPicPr>
          <p:cNvPr id="13" name="Picture 12" descr="Slides Master - 51.jpg"/>
          <p:cNvPicPr>
            <a:picLocks noChangeAspect="1"/>
          </p:cNvPicPr>
          <p:nvPr/>
        </p:nvPicPr>
        <p:blipFill>
          <a:blip r:embed="rId3"/>
          <a:stretch>
            <a:fillRect/>
          </a:stretch>
        </p:blipFill>
        <p:spPr>
          <a:xfrm>
            <a:off x="2057402" y="1664833"/>
            <a:ext cx="1872342" cy="2084305"/>
          </a:xfrm>
          <a:prstGeom prst="rect">
            <a:avLst/>
          </a:prstGeom>
        </p:spPr>
      </p:pic>
      <p:cxnSp>
        <p:nvCxnSpPr>
          <p:cNvPr id="12" name="Straight Connector 11"/>
          <p:cNvCxnSpPr/>
          <p:nvPr/>
        </p:nvCxnSpPr>
        <p:spPr>
          <a:xfrm rot="5400000">
            <a:off x="2814000" y="2781258"/>
            <a:ext cx="2754000" cy="1588"/>
          </a:xfrm>
          <a:prstGeom prst="line">
            <a:avLst/>
          </a:prstGeom>
          <a:ln w="1905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56"/>
          <p:cNvSpPr>
            <a:spLocks noGrp="1"/>
          </p:cNvSpPr>
          <p:nvPr>
            <p:ph type="body" sz="quarter" idx="21" hasCustomPrompt="1"/>
          </p:nvPr>
        </p:nvSpPr>
        <p:spPr>
          <a:xfrm>
            <a:off x="4547710" y="3034335"/>
            <a:ext cx="4158442" cy="355042"/>
          </a:xfrm>
        </p:spPr>
        <p:txBody>
          <a:bodyPr>
            <a:noAutofit/>
          </a:bodyPr>
          <a:lstStyle>
            <a:lvl1pPr marL="0" indent="0"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Designation</a:t>
            </a:r>
            <a:endParaRPr lang="en-IN" dirty="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with customer logo">
    <p:bg>
      <p:bgPr>
        <a:solidFill>
          <a:schemeClr val="bg1"/>
        </a:solidFill>
        <a:effectLst/>
      </p:bgPr>
    </p:bg>
    <p:spTree>
      <p:nvGrpSpPr>
        <p:cNvPr id="1" name=""/>
        <p:cNvGrpSpPr/>
        <p:nvPr/>
      </p:nvGrpSpPr>
      <p:grpSpPr>
        <a:xfrm>
          <a:off x="0" y="0"/>
          <a:ext cx="0" cy="0"/>
          <a:chOff x="0" y="0"/>
          <a:chExt cx="0" cy="0"/>
        </a:xfrm>
      </p:grpSpPr>
      <p:sp>
        <p:nvSpPr>
          <p:cNvPr id="16" name="Picture Placeholder 9"/>
          <p:cNvSpPr>
            <a:spLocks noGrp="1"/>
          </p:cNvSpPr>
          <p:nvPr>
            <p:ph type="pic" sz="quarter" idx="10" hasCustomPrompt="1"/>
          </p:nvPr>
        </p:nvSpPr>
        <p:spPr>
          <a:xfrm>
            <a:off x="2612799" y="1970769"/>
            <a:ext cx="1447572" cy="1643288"/>
          </a:xfrm>
        </p:spPr>
        <p:txBody>
          <a:bodyPr>
            <a:noAutofit/>
          </a:bodyPr>
          <a:lstStyle>
            <a:lvl1pPr marL="0" indent="0" algn="ctr">
              <a:buNone/>
              <a:defRPr sz="1100" baseline="0">
                <a:solidFill>
                  <a:schemeClr val="accent6">
                    <a:lumMod val="50000"/>
                  </a:schemeClr>
                </a:solidFill>
              </a:defRPr>
            </a:lvl1pPr>
          </a:lstStyle>
          <a:p>
            <a:r>
              <a:rPr lang="en-US" dirty="0" smtClean="0"/>
              <a:t>Click here to add Customer / Partner Logo</a:t>
            </a:r>
            <a:endParaRPr lang="en-IN" dirty="0"/>
          </a:p>
        </p:txBody>
      </p:sp>
      <p:pic>
        <p:nvPicPr>
          <p:cNvPr id="9" name="Picture 8" descr="Slides Master - 51.jpg"/>
          <p:cNvPicPr>
            <a:picLocks noChangeAspect="1"/>
          </p:cNvPicPr>
          <p:nvPr/>
        </p:nvPicPr>
        <p:blipFill>
          <a:blip r:embed="rId2"/>
          <a:stretch>
            <a:fillRect/>
          </a:stretch>
        </p:blipFill>
        <p:spPr>
          <a:xfrm>
            <a:off x="304802" y="1664833"/>
            <a:ext cx="1872342" cy="2084305"/>
          </a:xfrm>
          <a:prstGeom prst="rect">
            <a:avLst/>
          </a:prstGeom>
        </p:spPr>
      </p:pic>
      <p:sp>
        <p:nvSpPr>
          <p:cNvPr id="14" name="Rectangle 13"/>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solidFill>
                <a:schemeClr val="accent6">
                  <a:lumMod val="50000"/>
                </a:schemeClr>
              </a:solidFill>
            </a:endParaRPr>
          </a:p>
        </p:txBody>
      </p:sp>
      <p:pic>
        <p:nvPicPr>
          <p:cNvPr id="15" name="Picture 14" descr="WIPRO PPT Design.jpg"/>
          <p:cNvPicPr>
            <a:picLocks noChangeAspect="1"/>
          </p:cNvPicPr>
          <p:nvPr/>
        </p:nvPicPr>
        <p:blipFill>
          <a:blip r:embed="rId3"/>
          <a:stretch>
            <a:fillRect/>
          </a:stretch>
        </p:blipFill>
        <p:spPr>
          <a:xfrm>
            <a:off x="5121" y="4471039"/>
            <a:ext cx="9133758" cy="2171061"/>
          </a:xfrm>
          <a:prstGeom prst="rect">
            <a:avLst/>
          </a:prstGeom>
        </p:spPr>
      </p:pic>
      <p:sp>
        <p:nvSpPr>
          <p:cNvPr id="11" name="Text Placeholder 56"/>
          <p:cNvSpPr>
            <a:spLocks noGrp="1"/>
          </p:cNvSpPr>
          <p:nvPr>
            <p:ph type="body" sz="quarter" idx="20" hasCustomPrompt="1"/>
          </p:nvPr>
        </p:nvSpPr>
        <p:spPr>
          <a:xfrm>
            <a:off x="4559968" y="3114100"/>
            <a:ext cx="4158442" cy="387090"/>
          </a:xfrm>
        </p:spPr>
        <p:txBody>
          <a:bodyPr>
            <a:noAutofit/>
          </a:bodyPr>
          <a:lstStyle>
            <a:lvl1pPr marL="0" indent="0"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Your Name</a:t>
            </a:r>
            <a:endParaRPr lang="en-IN" dirty="0"/>
          </a:p>
        </p:txBody>
      </p:sp>
      <p:sp>
        <p:nvSpPr>
          <p:cNvPr id="13" name="Title 1"/>
          <p:cNvSpPr>
            <a:spLocks noGrp="1"/>
          </p:cNvSpPr>
          <p:nvPr>
            <p:ph type="ctrTitle" hasCustomPrompt="1"/>
          </p:nvPr>
        </p:nvSpPr>
        <p:spPr>
          <a:xfrm>
            <a:off x="4559742" y="1480457"/>
            <a:ext cx="4142266" cy="1547161"/>
          </a:xfrm>
          <a:noFill/>
        </p:spPr>
        <p:txBody>
          <a:bodyPr wrap="square" rtlCol="0" anchor="ctr">
            <a:normAutofit/>
          </a:bodyPr>
          <a:lstStyle>
            <a:lvl1pPr marL="0" algn="l">
              <a:defRPr lang="en-US" sz="3400" dirty="0">
                <a:solidFill>
                  <a:schemeClr val="accent6">
                    <a:lumMod val="50000"/>
                  </a:schemeClr>
                </a:solidFill>
                <a:latin typeface="Arial"/>
                <a:ea typeface="+mn-ea"/>
                <a:cs typeface="Arial"/>
              </a:defRPr>
            </a:lvl1pPr>
          </a:lstStyle>
          <a:p>
            <a:pPr marL="0" lvl="0" algn="l"/>
            <a:r>
              <a:rPr lang="en-US" dirty="0" smtClean="0"/>
              <a:t>Insert Title</a:t>
            </a:r>
            <a:br>
              <a:rPr lang="en-US" dirty="0" smtClean="0"/>
            </a:br>
            <a:r>
              <a:rPr lang="en-US" dirty="0" smtClean="0"/>
              <a:t>Here</a:t>
            </a:r>
            <a:endParaRPr lang="en-US" dirty="0"/>
          </a:p>
        </p:txBody>
      </p:sp>
      <p:sp>
        <p:nvSpPr>
          <p:cNvPr id="25" name="Text Placeholder 56"/>
          <p:cNvSpPr>
            <a:spLocks noGrp="1"/>
          </p:cNvSpPr>
          <p:nvPr>
            <p:ph type="body" sz="quarter" idx="21" hasCustomPrompt="1"/>
          </p:nvPr>
        </p:nvSpPr>
        <p:spPr>
          <a:xfrm>
            <a:off x="4572000" y="3599045"/>
            <a:ext cx="4158442" cy="409914"/>
          </a:xfrm>
        </p:spPr>
        <p:txBody>
          <a:bodyPr>
            <a:noAutofit/>
          </a:bodyPr>
          <a:lstStyle>
            <a:lvl1pPr marL="0" indent="0"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Designation</a:t>
            </a:r>
            <a:endParaRPr lang="en-IN" dirty="0"/>
          </a:p>
        </p:txBody>
      </p:sp>
      <p:cxnSp>
        <p:nvCxnSpPr>
          <p:cNvPr id="12" name="Straight Connector 11"/>
          <p:cNvCxnSpPr/>
          <p:nvPr/>
        </p:nvCxnSpPr>
        <p:spPr>
          <a:xfrm rot="5400000">
            <a:off x="2932334" y="2781258"/>
            <a:ext cx="2754000" cy="1588"/>
          </a:xfrm>
          <a:prstGeom prst="line">
            <a:avLst/>
          </a:prstGeom>
          <a:ln w="1905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946867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er slide with customer logo">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pic>
        <p:nvPicPr>
          <p:cNvPr id="17" name="Picture 16" descr="WIPRO PPT Design.jpg"/>
          <p:cNvPicPr>
            <a:picLocks noChangeAspect="1"/>
          </p:cNvPicPr>
          <p:nvPr/>
        </p:nvPicPr>
        <p:blipFill>
          <a:blip r:embed="rId2"/>
          <a:stretch>
            <a:fillRect/>
          </a:stretch>
        </p:blipFill>
        <p:spPr>
          <a:xfrm>
            <a:off x="5121" y="4471039"/>
            <a:ext cx="9133758" cy="2171061"/>
          </a:xfrm>
          <a:prstGeom prst="rect">
            <a:avLst/>
          </a:prstGeom>
        </p:spPr>
      </p:pic>
      <p:sp>
        <p:nvSpPr>
          <p:cNvPr id="11" name="Text Placeholder 12"/>
          <p:cNvSpPr>
            <a:spLocks noGrp="1"/>
          </p:cNvSpPr>
          <p:nvPr>
            <p:ph type="body" sz="quarter" idx="11" hasCustomPrompt="1"/>
          </p:nvPr>
        </p:nvSpPr>
        <p:spPr>
          <a:xfrm>
            <a:off x="674914" y="2667681"/>
            <a:ext cx="7794172" cy="663575"/>
          </a:xfrm>
        </p:spPr>
        <p:txBody>
          <a:bodyPr>
            <a:normAutofit/>
          </a:bodyPr>
          <a:lstStyle>
            <a:lvl1pPr algn="ctr">
              <a:buNone/>
              <a:defRPr lang="en-US" sz="3400" b="1" kern="1200" baseline="0" dirty="0" smtClean="0">
                <a:solidFill>
                  <a:schemeClr val="accent6">
                    <a:lumMod val="50000"/>
                  </a:schemeClr>
                </a:solidFill>
                <a:latin typeface="+mj-lt"/>
                <a:ea typeface="+mn-ea"/>
                <a:cs typeface="Arial"/>
              </a:defRPr>
            </a:lvl1pPr>
          </a:lstStyle>
          <a:p>
            <a:pPr lvl="0"/>
            <a:r>
              <a:rPr lang="en-US" dirty="0" smtClean="0"/>
              <a:t>Section Name Here</a:t>
            </a:r>
          </a:p>
        </p:txBody>
      </p:sp>
      <p:sp>
        <p:nvSpPr>
          <p:cNvPr id="12" name="Text Placeholder 12"/>
          <p:cNvSpPr>
            <a:spLocks noGrp="1"/>
          </p:cNvSpPr>
          <p:nvPr>
            <p:ph type="body" sz="quarter" idx="12" hasCustomPrompt="1"/>
          </p:nvPr>
        </p:nvSpPr>
        <p:spPr>
          <a:xfrm>
            <a:off x="674914" y="3355504"/>
            <a:ext cx="7794172" cy="389182"/>
          </a:xfrm>
        </p:spPr>
        <p:txBody>
          <a:bodyPr>
            <a:normAutofit/>
          </a:bodyPr>
          <a:lstStyle>
            <a:lvl1pPr algn="ctr">
              <a:buNone/>
              <a:defRPr lang="en-US" sz="2000" b="0" kern="1200" dirty="0" smtClean="0">
                <a:solidFill>
                  <a:schemeClr val="accent6">
                    <a:lumMod val="50000"/>
                  </a:schemeClr>
                </a:solidFill>
                <a:latin typeface="+mj-lt"/>
                <a:ea typeface="+mn-ea"/>
                <a:cs typeface="Arial"/>
              </a:defRPr>
            </a:lvl1pPr>
          </a:lstStyle>
          <a:p>
            <a:pPr lvl="0"/>
            <a:r>
              <a:rPr lang="en-US" dirty="0" smtClean="0"/>
              <a:t>Who what when where</a:t>
            </a:r>
          </a:p>
        </p:txBody>
      </p:sp>
      <p:sp>
        <p:nvSpPr>
          <p:cNvPr id="18" name="Picture Placeholder 9"/>
          <p:cNvSpPr>
            <a:spLocks noGrp="1"/>
          </p:cNvSpPr>
          <p:nvPr>
            <p:ph type="pic" sz="quarter" idx="10" hasCustomPrompt="1"/>
          </p:nvPr>
        </p:nvSpPr>
        <p:spPr>
          <a:xfrm>
            <a:off x="8012113" y="316140"/>
            <a:ext cx="903287" cy="848631"/>
          </a:xfrm>
        </p:spPr>
        <p:txBody>
          <a:bodyPr>
            <a:noAutofit/>
          </a:bodyPr>
          <a:lstStyle>
            <a:lvl1pPr marL="0" indent="0" algn="ctr">
              <a:buNone/>
              <a:defRPr sz="1100" baseline="0"/>
            </a:lvl1pPr>
          </a:lstStyle>
          <a:p>
            <a:r>
              <a:rPr lang="en-US" dirty="0" smtClean="0"/>
              <a:t>Click here to add Customer / Partner Logo</a:t>
            </a:r>
            <a:endParaRPr lang="en-IN" dirty="0"/>
          </a:p>
        </p:txBody>
      </p:sp>
      <p:pic>
        <p:nvPicPr>
          <p:cNvPr id="20" name="Picture 19" descr="Slides Master - 51.jpg"/>
          <p:cNvPicPr>
            <a:picLocks noChangeAspect="1"/>
          </p:cNvPicPr>
          <p:nvPr/>
        </p:nvPicPr>
        <p:blipFill>
          <a:blip r:embed="rId3"/>
          <a:stretch>
            <a:fillRect/>
          </a:stretch>
        </p:blipFill>
        <p:spPr>
          <a:xfrm>
            <a:off x="6587416" y="182880"/>
            <a:ext cx="1014684" cy="1129553"/>
          </a:xfrm>
          <a:prstGeom prst="rect">
            <a:avLst/>
          </a:prstGeom>
        </p:spPr>
      </p:pic>
    </p:spTree>
    <p:extLst>
      <p:ext uri="{BB962C8B-B14F-4D97-AF65-F5344CB8AC3E}">
        <p14:creationId xmlns:p14="http://schemas.microsoft.com/office/powerpoint/2010/main" val="36964695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ank you slide with customer logo">
    <p:bg>
      <p:bgPr>
        <a:solidFill>
          <a:schemeClr val="bg1"/>
        </a:solidFill>
        <a:effectLst/>
      </p:bgPr>
    </p:bg>
    <p:spTree>
      <p:nvGrpSpPr>
        <p:cNvPr id="1" name=""/>
        <p:cNvGrpSpPr/>
        <p:nvPr/>
      </p:nvGrpSpPr>
      <p:grpSpPr>
        <a:xfrm>
          <a:off x="0" y="0"/>
          <a:ext cx="0" cy="0"/>
          <a:chOff x="0" y="0"/>
          <a:chExt cx="0" cy="0"/>
        </a:xfrm>
      </p:grpSpPr>
      <p:sp>
        <p:nvSpPr>
          <p:cNvPr id="8" name="Picture Placeholder 9"/>
          <p:cNvSpPr>
            <a:spLocks noGrp="1"/>
          </p:cNvSpPr>
          <p:nvPr>
            <p:ph type="pic" sz="quarter" idx="10" hasCustomPrompt="1"/>
          </p:nvPr>
        </p:nvSpPr>
        <p:spPr>
          <a:xfrm>
            <a:off x="2612799" y="1970769"/>
            <a:ext cx="1447572" cy="1643288"/>
          </a:xfrm>
        </p:spPr>
        <p:txBody>
          <a:bodyPr>
            <a:noAutofit/>
          </a:bodyPr>
          <a:lstStyle>
            <a:lvl1pPr marL="0" indent="0" algn="ctr">
              <a:buNone/>
              <a:defRPr sz="1100" baseline="0"/>
            </a:lvl1pPr>
          </a:lstStyle>
          <a:p>
            <a:r>
              <a:rPr lang="en-US" dirty="0" smtClean="0"/>
              <a:t>Click here to add Customer / Partner Logo</a:t>
            </a:r>
            <a:endParaRPr lang="en-IN" dirty="0"/>
          </a:p>
        </p:txBody>
      </p:sp>
      <p:pic>
        <p:nvPicPr>
          <p:cNvPr id="14" name="Picture 13" descr="Slides Master - 51.jpg"/>
          <p:cNvPicPr>
            <a:picLocks noChangeAspect="1"/>
          </p:cNvPicPr>
          <p:nvPr/>
        </p:nvPicPr>
        <p:blipFill>
          <a:blip r:embed="rId2"/>
          <a:stretch>
            <a:fillRect/>
          </a:stretch>
        </p:blipFill>
        <p:spPr>
          <a:xfrm>
            <a:off x="304802" y="1664833"/>
            <a:ext cx="1872342" cy="2084305"/>
          </a:xfrm>
          <a:prstGeom prst="rect">
            <a:avLst/>
          </a:prstGeom>
        </p:spPr>
      </p:pic>
      <p:sp>
        <p:nvSpPr>
          <p:cNvPr id="16" name="Rectangle 15"/>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pic>
        <p:nvPicPr>
          <p:cNvPr id="17" name="Picture 16" descr="WIPRO PPT Design.jpg"/>
          <p:cNvPicPr>
            <a:picLocks noChangeAspect="1"/>
          </p:cNvPicPr>
          <p:nvPr/>
        </p:nvPicPr>
        <p:blipFill>
          <a:blip r:embed="rId3"/>
          <a:stretch>
            <a:fillRect/>
          </a:stretch>
        </p:blipFill>
        <p:spPr>
          <a:xfrm>
            <a:off x="5121" y="4471039"/>
            <a:ext cx="9133758" cy="2171061"/>
          </a:xfrm>
          <a:prstGeom prst="rect">
            <a:avLst/>
          </a:prstGeom>
        </p:spPr>
      </p:pic>
      <p:sp>
        <p:nvSpPr>
          <p:cNvPr id="23" name="Text Placeholder 56"/>
          <p:cNvSpPr>
            <a:spLocks noGrp="1"/>
          </p:cNvSpPr>
          <p:nvPr>
            <p:ph type="body" sz="quarter" idx="20" hasCustomPrompt="1"/>
          </p:nvPr>
        </p:nvSpPr>
        <p:spPr>
          <a:xfrm>
            <a:off x="4700110" y="2589327"/>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Your Name</a:t>
            </a:r>
            <a:endParaRPr lang="en-IN" dirty="0"/>
          </a:p>
        </p:txBody>
      </p:sp>
      <p:sp>
        <p:nvSpPr>
          <p:cNvPr id="24" name="Text Placeholder 56"/>
          <p:cNvSpPr>
            <a:spLocks noGrp="1"/>
          </p:cNvSpPr>
          <p:nvPr>
            <p:ph type="body" sz="quarter" idx="21" hasCustomPrompt="1"/>
          </p:nvPr>
        </p:nvSpPr>
        <p:spPr>
          <a:xfrm>
            <a:off x="4700110" y="3519388"/>
            <a:ext cx="4158442" cy="314777"/>
          </a:xfrm>
        </p:spPr>
        <p:txBody>
          <a:bodyPr>
            <a:noAutofit/>
          </a:bodyPr>
          <a:lstStyle>
            <a:lvl1pPr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Email ID</a:t>
            </a:r>
            <a:endParaRPr lang="en-IN" dirty="0"/>
          </a:p>
        </p:txBody>
      </p:sp>
      <p:sp>
        <p:nvSpPr>
          <p:cNvPr id="10" name="Title 3"/>
          <p:cNvSpPr>
            <a:spLocks noGrp="1"/>
          </p:cNvSpPr>
          <p:nvPr>
            <p:ph type="ctrTitle" hasCustomPrompt="1"/>
          </p:nvPr>
        </p:nvSpPr>
        <p:spPr>
          <a:xfrm>
            <a:off x="4700110" y="1767649"/>
            <a:ext cx="4203553" cy="553998"/>
          </a:xfrm>
        </p:spPr>
        <p:txBody>
          <a:bodyPr/>
          <a:lstStyle>
            <a:lvl1pPr>
              <a:defRPr>
                <a:solidFill>
                  <a:schemeClr val="accent6">
                    <a:lumMod val="50000"/>
                  </a:schemeClr>
                </a:solidFill>
              </a:defRPr>
            </a:lvl1pPr>
          </a:lstStyle>
          <a:p>
            <a:r>
              <a:rPr lang="en-US" dirty="0" smtClean="0"/>
              <a:t>Thank you</a:t>
            </a:r>
            <a:endParaRPr lang="en-US" dirty="0"/>
          </a:p>
        </p:txBody>
      </p:sp>
      <p:cxnSp>
        <p:nvCxnSpPr>
          <p:cNvPr id="11" name="Straight Connector 10"/>
          <p:cNvCxnSpPr/>
          <p:nvPr/>
        </p:nvCxnSpPr>
        <p:spPr>
          <a:xfrm rot="5400000">
            <a:off x="2964607" y="2781258"/>
            <a:ext cx="2754000" cy="1588"/>
          </a:xfrm>
          <a:prstGeom prst="line">
            <a:avLst/>
          </a:prstGeom>
          <a:ln w="1905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2" name="Text Placeholder 56"/>
          <p:cNvSpPr>
            <a:spLocks noGrp="1"/>
          </p:cNvSpPr>
          <p:nvPr>
            <p:ph type="body" sz="quarter" idx="22" hasCustomPrompt="1"/>
          </p:nvPr>
        </p:nvSpPr>
        <p:spPr>
          <a:xfrm>
            <a:off x="4706206" y="3052623"/>
            <a:ext cx="4158442" cy="373330"/>
          </a:xfrm>
        </p:spPr>
        <p:txBody>
          <a:bodyPr>
            <a:noAutofit/>
          </a:bodyPr>
          <a:lstStyle>
            <a:lvl1pPr marL="0" indent="0" algn="l">
              <a:buNone/>
              <a:defRPr kumimoji="0" lang="en-IN" sz="1800" b="0" i="0" u="none" strike="noStrike" kern="1200" cap="none" spc="0" normalizeH="0" baseline="0" noProof="0" dirty="0" smtClean="0">
                <a:ln>
                  <a:noFill/>
                </a:ln>
                <a:solidFill>
                  <a:schemeClr val="accent6">
                    <a:lumMod val="50000"/>
                  </a:schemeClr>
                </a:solidFill>
                <a:effectLst/>
                <a:uLnTx/>
                <a:uFillTx/>
                <a:latin typeface="Arial"/>
                <a:ea typeface="+mn-ea"/>
                <a:cs typeface="Arial"/>
              </a:defRPr>
            </a:lvl1pPr>
          </a:lstStyle>
          <a:p>
            <a:pPr lvl="0"/>
            <a:r>
              <a:rPr lang="en-US" dirty="0" smtClean="0"/>
              <a:t>Designation</a:t>
            </a:r>
            <a:endParaRPr lang="en-IN" dirty="0"/>
          </a:p>
        </p:txBody>
      </p:sp>
    </p:spTree>
    <p:extLst>
      <p:ext uri="{BB962C8B-B14F-4D97-AF65-F5344CB8AC3E}">
        <p14:creationId xmlns:p14="http://schemas.microsoft.com/office/powerpoint/2010/main" val="2347074641"/>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Title 3"/>
          <p:cNvSpPr>
            <a:spLocks noGrp="1"/>
          </p:cNvSpPr>
          <p:nvPr>
            <p:ph type="title"/>
          </p:nvPr>
        </p:nvSpPr>
        <p:spPr>
          <a:xfrm>
            <a:off x="274320" y="298807"/>
            <a:ext cx="8229600" cy="548640"/>
          </a:xfrm>
        </p:spPr>
        <p:txBody>
          <a:bodyPr/>
          <a:lstStyle>
            <a:lvl1pPr>
              <a:defRPr>
                <a:solidFill>
                  <a:schemeClr val="tx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1389299424"/>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Content slide">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109154"/>
            <a:ext cx="8229600" cy="55399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defRPr>
                <a:solidFill>
                  <a:schemeClr val="accent2"/>
                </a:solidFill>
              </a:defRPr>
            </a:lvl1pPr>
          </a:lstStyle>
          <a:p>
            <a:pPr marL="0" lvl="0" eaLnBrk="0" hangingPunct="0">
              <a:spcBef>
                <a:spcPct val="20000"/>
              </a:spcBef>
            </a:pPr>
            <a:r>
              <a:rPr lang="en-US" dirty="0" smtClean="0"/>
              <a:t>Click to edit Master title style</a:t>
            </a:r>
            <a:endParaRPr lang="en-US" dirty="0"/>
          </a:p>
        </p:txBody>
      </p:sp>
      <p:sp>
        <p:nvSpPr>
          <p:cNvPr id="6" name="Text Placeholder 2"/>
          <p:cNvSpPr>
            <a:spLocks noGrp="1"/>
          </p:cNvSpPr>
          <p:nvPr>
            <p:ph idx="1"/>
          </p:nvPr>
        </p:nvSpPr>
        <p:spPr>
          <a:xfrm>
            <a:off x="457200" y="1144964"/>
            <a:ext cx="8229600" cy="5148260"/>
          </a:xfrm>
          <a:prstGeom prst="rect">
            <a:avLst/>
          </a:prstGeom>
        </p:spPr>
        <p:txBody>
          <a:bodyPr anchor="t">
            <a:normAutofit/>
          </a:bodyPr>
          <a:lstStyle>
            <a:lvl1pPr>
              <a:defRPr sz="2400"/>
            </a:lvl1pPr>
            <a:lvl2pPr>
              <a:defRPr sz="2000"/>
            </a:lvl2pPr>
            <a:lvl3pPr>
              <a:defRPr sz="1400"/>
            </a:lvl3pPr>
            <a:lvl4pPr>
              <a:defRPr sz="1200"/>
            </a:lvl4pPr>
            <a:lvl5pPr>
              <a:defRPr sz="11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14163261"/>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Blank slide1">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7200" y="109154"/>
            <a:ext cx="8229600" cy="55399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defRPr>
                <a:solidFill>
                  <a:schemeClr val="accent2"/>
                </a:solidFill>
              </a:defRPr>
            </a:lvl1pPr>
          </a:lstStyle>
          <a:p>
            <a:pPr marL="0" lvl="0" eaLnBrk="0" hangingPunct="0">
              <a:spcBef>
                <a:spcPct val="20000"/>
              </a:spcBef>
            </a:pPr>
            <a:r>
              <a:rPr lang="en-US" dirty="0" smtClean="0"/>
              <a:t>Two Columns</a:t>
            </a:r>
            <a:endParaRPr lang="en-US" dirty="0"/>
          </a:p>
        </p:txBody>
      </p:sp>
      <p:sp>
        <p:nvSpPr>
          <p:cNvPr id="6" name="Text Placeholder 6"/>
          <p:cNvSpPr>
            <a:spLocks noGrp="1"/>
          </p:cNvSpPr>
          <p:nvPr>
            <p:ph type="body" sz="quarter" idx="11" hasCustomPrompt="1"/>
          </p:nvPr>
        </p:nvSpPr>
        <p:spPr>
          <a:xfrm>
            <a:off x="752041" y="1667435"/>
            <a:ext cx="3497227" cy="4336293"/>
          </a:xfrm>
          <a:noFill/>
        </p:spPr>
        <p:txBody>
          <a:bodyPr/>
          <a:lstStyle>
            <a:lvl1pPr marL="171450" indent="-171450">
              <a:spcBef>
                <a:spcPts val="1200"/>
              </a:spcBef>
              <a:buClr>
                <a:srgbClr val="00B0F0"/>
              </a:buClr>
              <a:buFont typeface="Wingdings" panose="05000000000000000000" pitchFamily="2" charset="2"/>
              <a:buChar char="§"/>
              <a:defRPr sz="1800" baseline="0"/>
            </a:lvl1pPr>
          </a:lstStyle>
          <a:p>
            <a:pPr lvl="0"/>
            <a:r>
              <a:rPr lang="en-US" dirty="0" smtClean="0"/>
              <a:t>Column content slide – This is a slide with 2 columns and you can have text in bullet points under each column. You can have separate header for each of the columns in the blue box provided on top of each of the columns.</a:t>
            </a:r>
          </a:p>
          <a:p>
            <a:pPr lvl="0"/>
            <a:r>
              <a:rPr lang="en-US" dirty="0" smtClean="0"/>
              <a:t>Heading font size of the column should remain at 30 and the column content font size should not reduce beyond 16.</a:t>
            </a:r>
          </a:p>
        </p:txBody>
      </p:sp>
      <p:sp>
        <p:nvSpPr>
          <p:cNvPr id="12" name="Text Placeholder 6"/>
          <p:cNvSpPr>
            <a:spLocks noGrp="1"/>
          </p:cNvSpPr>
          <p:nvPr>
            <p:ph type="body" sz="quarter" idx="12" hasCustomPrompt="1"/>
          </p:nvPr>
        </p:nvSpPr>
        <p:spPr>
          <a:xfrm>
            <a:off x="4958280" y="1667435"/>
            <a:ext cx="3497227" cy="4336293"/>
          </a:xfrm>
          <a:noFill/>
        </p:spPr>
        <p:txBody>
          <a:bodyPr/>
          <a:lstStyle>
            <a:lvl1pPr marL="171450" indent="-171450">
              <a:spcBef>
                <a:spcPts val="1200"/>
              </a:spcBef>
              <a:buClr>
                <a:srgbClr val="00B0F0"/>
              </a:buClr>
              <a:buFont typeface="Wingdings" panose="05000000000000000000" pitchFamily="2" charset="2"/>
              <a:buChar char="§"/>
              <a:defRPr sz="1800" baseline="0"/>
            </a:lvl1pPr>
          </a:lstStyle>
          <a:p>
            <a:pPr lvl="0"/>
            <a:r>
              <a:rPr lang="en-US" dirty="0" smtClean="0"/>
              <a:t>Column content slide – This is a slide with 2 columns and you can have text in bullet points under each column. You can have separate header for each of the columns in the blue box provided on top of each of the columns.</a:t>
            </a:r>
          </a:p>
          <a:p>
            <a:pPr lvl="0"/>
            <a:r>
              <a:rPr lang="en-US" dirty="0" smtClean="0"/>
              <a:t>Heading font size of the column should remain at 30 and the column content font size should not reduce beyond 16.</a:t>
            </a:r>
          </a:p>
        </p:txBody>
      </p:sp>
      <p:sp>
        <p:nvSpPr>
          <p:cNvPr id="20" name="Text Placeholder 6"/>
          <p:cNvSpPr>
            <a:spLocks noGrp="1"/>
          </p:cNvSpPr>
          <p:nvPr>
            <p:ph type="body" sz="quarter" idx="13" hasCustomPrompt="1"/>
          </p:nvPr>
        </p:nvSpPr>
        <p:spPr>
          <a:xfrm>
            <a:off x="752041" y="914401"/>
            <a:ext cx="3497227" cy="645459"/>
          </a:xfrm>
          <a:noFill/>
          <a:ln>
            <a:solidFill>
              <a:schemeClr val="accent2">
                <a:lumMod val="20000"/>
                <a:lumOff val="80000"/>
              </a:schemeClr>
            </a:solidFill>
          </a:ln>
        </p:spPr>
        <p:txBody>
          <a:bodyPr anchor="ctr"/>
          <a:lstStyle>
            <a:lvl1pPr marL="0" indent="0" algn="ctr">
              <a:spcBef>
                <a:spcPts val="1200"/>
              </a:spcBef>
              <a:buClr>
                <a:srgbClr val="00B0F0"/>
              </a:buClr>
              <a:buFontTx/>
              <a:buNone/>
              <a:defRPr sz="2000" b="1" baseline="0"/>
            </a:lvl1pPr>
          </a:lstStyle>
          <a:p>
            <a:pPr lvl="0"/>
            <a:r>
              <a:rPr lang="en-US" dirty="0" smtClean="0"/>
              <a:t>Click to Add Title</a:t>
            </a:r>
          </a:p>
        </p:txBody>
      </p:sp>
      <p:sp>
        <p:nvSpPr>
          <p:cNvPr id="21" name="Text Placeholder 6"/>
          <p:cNvSpPr>
            <a:spLocks noGrp="1"/>
          </p:cNvSpPr>
          <p:nvPr>
            <p:ph type="body" sz="quarter" idx="14" hasCustomPrompt="1"/>
          </p:nvPr>
        </p:nvSpPr>
        <p:spPr>
          <a:xfrm>
            <a:off x="4958279" y="914401"/>
            <a:ext cx="3497227" cy="645459"/>
          </a:xfrm>
          <a:noFill/>
          <a:ln>
            <a:solidFill>
              <a:schemeClr val="accent2">
                <a:lumMod val="20000"/>
                <a:lumOff val="80000"/>
              </a:schemeClr>
            </a:solidFill>
          </a:ln>
        </p:spPr>
        <p:txBody>
          <a:bodyPr anchor="ctr"/>
          <a:lstStyle>
            <a:lvl1pPr marL="0" indent="0" algn="ctr">
              <a:spcBef>
                <a:spcPts val="1200"/>
              </a:spcBef>
              <a:buClr>
                <a:srgbClr val="00B0F0"/>
              </a:buClr>
              <a:buFontTx/>
              <a:buNone/>
              <a:defRPr sz="2000" b="1" baseline="0"/>
            </a:lvl1pPr>
          </a:lstStyle>
          <a:p>
            <a:pPr lvl="0"/>
            <a:r>
              <a:rPr lang="en-US" dirty="0" smtClean="0"/>
              <a:t>Click to Add Title</a:t>
            </a:r>
          </a:p>
        </p:txBody>
      </p:sp>
    </p:spTree>
    <p:extLst>
      <p:ext uri="{BB962C8B-B14F-4D97-AF65-F5344CB8AC3E}">
        <p14:creationId xmlns:p14="http://schemas.microsoft.com/office/powerpoint/2010/main" val="2896028176"/>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Column content sl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solidFill>
                  <a:schemeClr val="accent6">
                    <a:lumMod val="50000"/>
                  </a:schemeClr>
                </a:solidFill>
              </a:defRPr>
            </a:lvl1pPr>
          </a:lstStyle>
          <a:p>
            <a:pPr lvl="0"/>
            <a:r>
              <a:rPr lang="en-US" dirty="0" smtClean="0"/>
              <a:t>Insert Title Here</a:t>
            </a:r>
          </a:p>
        </p:txBody>
      </p:sp>
    </p:spTree>
    <p:extLst>
      <p:ext uri="{BB962C8B-B14F-4D97-AF65-F5344CB8AC3E}">
        <p14:creationId xmlns:p14="http://schemas.microsoft.com/office/powerpoint/2010/main" val="348074362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09154"/>
            <a:ext cx="8229600" cy="553998"/>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0" lvl="0" eaLnBrk="0" hangingPunct="0">
              <a:spcBef>
                <a:spcPct val="20000"/>
              </a:spcBef>
            </a:pPr>
            <a:r>
              <a:rPr lang="en-US" smtClean="0"/>
              <a:t>Click to edit Master title style</a:t>
            </a:r>
            <a:endParaRPr lang="en-US" dirty="0"/>
          </a:p>
        </p:txBody>
      </p:sp>
      <p:sp>
        <p:nvSpPr>
          <p:cNvPr id="3" name="Text Placeholder 2"/>
          <p:cNvSpPr>
            <a:spLocks noGrp="1"/>
          </p:cNvSpPr>
          <p:nvPr>
            <p:ph type="body" idx="1"/>
          </p:nvPr>
        </p:nvSpPr>
        <p:spPr>
          <a:xfrm>
            <a:off x="457200" y="1144964"/>
            <a:ext cx="8229600" cy="5148260"/>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txBox="1">
            <a:spLocks/>
          </p:cNvSpPr>
          <p:nvPr/>
        </p:nvSpPr>
        <p:spPr>
          <a:xfrm>
            <a:off x="2926080" y="6673207"/>
            <a:ext cx="3291840" cy="148963"/>
          </a:xfrm>
          <a:prstGeom prst="rect">
            <a:avLst/>
          </a:prstGeom>
          <a:noFill/>
        </p:spPr>
        <p:txBody>
          <a:bodyPr vert="horz" lIns="91440" tIns="45720" rIns="9144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u="none" dirty="0" smtClean="0">
                <a:solidFill>
                  <a:schemeClr val="accent6">
                    <a:lumMod val="50000"/>
                  </a:schemeClr>
                </a:solidFill>
              </a:rPr>
              <a:t>© 2012 WIPRO LTD  |  WWW.WIPRO.COM  |  </a:t>
            </a:r>
            <a:r>
              <a:rPr lang="en-US" sz="800" b="0" i="0" u="none" kern="1200" dirty="0" smtClean="0">
                <a:solidFill>
                  <a:schemeClr val="accent6">
                    <a:lumMod val="50000"/>
                  </a:schemeClr>
                </a:solidFill>
                <a:effectLst/>
                <a:latin typeface="Arial" pitchFamily="34" charset="0"/>
                <a:ea typeface="+mn-ea"/>
                <a:cs typeface="Arial" pitchFamily="34" charset="0"/>
              </a:rPr>
              <a:t>CONFIDENTIAL</a:t>
            </a:r>
            <a:endParaRPr lang="en-US" b="0" u="none" dirty="0">
              <a:solidFill>
                <a:schemeClr val="accent6">
                  <a:lumMod val="50000"/>
                </a:schemeClr>
              </a:solidFill>
            </a:endParaRPr>
          </a:p>
        </p:txBody>
      </p:sp>
      <p:sp>
        <p:nvSpPr>
          <p:cNvPr id="6" name="Footer Placeholder 4"/>
          <p:cNvSpPr txBox="1">
            <a:spLocks/>
          </p:cNvSpPr>
          <p:nvPr/>
        </p:nvSpPr>
        <p:spPr>
          <a:xfrm>
            <a:off x="10884" y="6647351"/>
            <a:ext cx="360000" cy="148963"/>
          </a:xfrm>
          <a:prstGeom prst="rect">
            <a:avLst/>
          </a:prstGeom>
          <a:noFill/>
        </p:spPr>
        <p:txBody>
          <a:bodyPr vert="horz" lIns="91440" tIns="45720" rIns="9144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5D61087F-CA7B-4F6C-AD54-FCE24029CF22}" type="slidenum">
              <a:rPr lang="en-US" sz="1000" smtClean="0">
                <a:solidFill>
                  <a:schemeClr val="accent6">
                    <a:lumMod val="50000"/>
                  </a:schemeClr>
                </a:solidFill>
              </a:rPr>
              <a:pPr algn="l"/>
              <a:t>‹#›</a:t>
            </a:fld>
            <a:endParaRPr lang="en-US" sz="1000" dirty="0">
              <a:solidFill>
                <a:schemeClr val="accent6">
                  <a:lumMod val="50000"/>
                </a:schemeClr>
              </a:solidFill>
            </a:endParaRPr>
          </a:p>
        </p:txBody>
      </p:sp>
      <p:grpSp>
        <p:nvGrpSpPr>
          <p:cNvPr id="63" name="Group 62"/>
          <p:cNvGrpSpPr/>
          <p:nvPr/>
        </p:nvGrpSpPr>
        <p:grpSpPr>
          <a:xfrm>
            <a:off x="0" y="760413"/>
            <a:ext cx="9145588" cy="25200"/>
            <a:chOff x="0" y="3408363"/>
            <a:chExt cx="9145588" cy="41275"/>
          </a:xfrm>
        </p:grpSpPr>
        <p:sp>
          <p:nvSpPr>
            <p:cNvPr id="64"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65"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66"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67" name="Rectangle 7"/>
            <p:cNvSpPr>
              <a:spLocks noChangeArrowheads="1"/>
            </p:cNvSpPr>
            <p:nvPr userDrawn="1"/>
          </p:nvSpPr>
          <p:spPr bwMode="auto">
            <a:xfrm>
              <a:off x="182563" y="3408363"/>
              <a:ext cx="366713" cy="41275"/>
            </a:xfrm>
            <a:prstGeom prst="rect">
              <a:avLst/>
            </a:prstGeom>
            <a:solidFill>
              <a:srgbClr val="E42C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68"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69"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0"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1"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2" name="Rectangle 12"/>
            <p:cNvSpPr>
              <a:spLocks noChangeArrowheads="1"/>
            </p:cNvSpPr>
            <p:nvPr userDrawn="1"/>
          </p:nvSpPr>
          <p:spPr bwMode="auto">
            <a:xfrm>
              <a:off x="1096963" y="3408363"/>
              <a:ext cx="366713" cy="41275"/>
            </a:xfrm>
            <a:prstGeom prst="rect">
              <a:avLst/>
            </a:prstGeom>
            <a:solidFill>
              <a:srgbClr val="EC691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3"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4"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5"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6"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7" name="Rectangle 17"/>
            <p:cNvSpPr>
              <a:spLocks noChangeArrowheads="1"/>
            </p:cNvSpPr>
            <p:nvPr userDrawn="1"/>
          </p:nvSpPr>
          <p:spPr bwMode="auto">
            <a:xfrm>
              <a:off x="2011363" y="3408363"/>
              <a:ext cx="366713" cy="41275"/>
            </a:xfrm>
            <a:prstGeom prst="rect">
              <a:avLst/>
            </a:prstGeom>
            <a:solidFill>
              <a:srgbClr val="F49C0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8"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79"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0"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1"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2" name="Rectangle 22"/>
            <p:cNvSpPr>
              <a:spLocks noChangeArrowheads="1"/>
            </p:cNvSpPr>
            <p:nvPr userDrawn="1"/>
          </p:nvSpPr>
          <p:spPr bwMode="auto">
            <a:xfrm>
              <a:off x="2925763" y="3408363"/>
              <a:ext cx="366713" cy="41275"/>
            </a:xfrm>
            <a:prstGeom prst="rect">
              <a:avLst/>
            </a:prstGeom>
            <a:solidFill>
              <a:srgbClr val="FBBD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3"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4"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5"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6"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7" name="Rectangle 27"/>
            <p:cNvSpPr>
              <a:spLocks noChangeArrowheads="1"/>
            </p:cNvSpPr>
            <p:nvPr userDrawn="1"/>
          </p:nvSpPr>
          <p:spPr bwMode="auto">
            <a:xfrm>
              <a:off x="3840163" y="3408363"/>
              <a:ext cx="366713" cy="41275"/>
            </a:xfrm>
            <a:prstGeom prst="rect">
              <a:avLst/>
            </a:prstGeom>
            <a:solidFill>
              <a:srgbClr val="FDC6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8"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89"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0"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1"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2" name="Rectangle 32"/>
            <p:cNvSpPr>
              <a:spLocks noChangeArrowheads="1"/>
            </p:cNvSpPr>
            <p:nvPr userDrawn="1"/>
          </p:nvSpPr>
          <p:spPr bwMode="auto">
            <a:xfrm>
              <a:off x="4754563" y="3408363"/>
              <a:ext cx="366713" cy="41275"/>
            </a:xfrm>
            <a:prstGeom prst="rect">
              <a:avLst/>
            </a:prstGeom>
            <a:solidFill>
              <a:srgbClr val="F3CA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3"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4"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5"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6"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7" name="Rectangle 37"/>
            <p:cNvSpPr>
              <a:spLocks noChangeArrowheads="1"/>
            </p:cNvSpPr>
            <p:nvPr userDrawn="1"/>
          </p:nvSpPr>
          <p:spPr bwMode="auto">
            <a:xfrm>
              <a:off x="5668963" y="3408363"/>
              <a:ext cx="366713" cy="41275"/>
            </a:xfrm>
            <a:prstGeom prst="rect">
              <a:avLst/>
            </a:prstGeom>
            <a:solidFill>
              <a:srgbClr val="CCC11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8"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99"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0"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1"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2" name="Rectangle 42"/>
            <p:cNvSpPr>
              <a:spLocks noChangeArrowheads="1"/>
            </p:cNvSpPr>
            <p:nvPr userDrawn="1"/>
          </p:nvSpPr>
          <p:spPr bwMode="auto">
            <a:xfrm>
              <a:off x="6583363" y="3408363"/>
              <a:ext cx="366713" cy="41275"/>
            </a:xfrm>
            <a:prstGeom prst="rect">
              <a:avLst/>
            </a:prstGeom>
            <a:solidFill>
              <a:srgbClr val="51A73B"/>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3"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4"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5"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6"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7" name="Rectangle 47"/>
            <p:cNvSpPr>
              <a:spLocks noChangeArrowheads="1"/>
            </p:cNvSpPr>
            <p:nvPr userDrawn="1"/>
          </p:nvSpPr>
          <p:spPr bwMode="auto">
            <a:xfrm>
              <a:off x="7497763" y="3408363"/>
              <a:ext cx="366713" cy="41275"/>
            </a:xfrm>
            <a:prstGeom prst="rect">
              <a:avLst/>
            </a:prstGeom>
            <a:solidFill>
              <a:srgbClr val="008068"/>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8"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09"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0"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1"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2" name="Rectangle 52"/>
            <p:cNvSpPr>
              <a:spLocks noChangeArrowheads="1"/>
            </p:cNvSpPr>
            <p:nvPr userDrawn="1"/>
          </p:nvSpPr>
          <p:spPr bwMode="auto">
            <a:xfrm>
              <a:off x="8412163" y="3408363"/>
              <a:ext cx="366713" cy="41275"/>
            </a:xfrm>
            <a:prstGeom prst="rect">
              <a:avLst/>
            </a:prstGeom>
            <a:solidFill>
              <a:srgbClr val="313E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3"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4"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5" name="Rectangle 55"/>
            <p:cNvSpPr>
              <a:spLocks noChangeArrowheads="1"/>
            </p:cNvSpPr>
            <p:nvPr userDrawn="1"/>
          </p:nvSpPr>
          <p:spPr bwMode="auto">
            <a:xfrm>
              <a:off x="8961438" y="3408363"/>
              <a:ext cx="182563" cy="41275"/>
            </a:xfrm>
            <a:prstGeom prst="rect">
              <a:avLst/>
            </a:prstGeom>
            <a:solidFill>
              <a:srgbClr val="3931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sp>
          <p:nvSpPr>
            <p:cNvPr id="116" name="Freeform 56"/>
            <p:cNvSpPr>
              <a:spLocks/>
            </p:cNvSpPr>
            <p:nvPr userDrawn="1"/>
          </p:nvSpPr>
          <p:spPr bwMode="auto">
            <a:xfrm>
              <a:off x="9144000" y="3408363"/>
              <a:ext cx="1588" cy="41275"/>
            </a:xfrm>
            <a:custGeom>
              <a:avLst/>
              <a:gdLst/>
              <a:ahLst/>
              <a:cxnLst>
                <a:cxn ang="0">
                  <a:pos x="0" y="78"/>
                </a:cxn>
                <a:cxn ang="0">
                  <a:pos x="0" y="0"/>
                </a:cxn>
                <a:cxn ang="0">
                  <a:pos x="0" y="78"/>
                </a:cxn>
              </a:cxnLst>
              <a:rect l="0" t="0" r="r" b="b"/>
              <a:pathLst>
                <a:path h="78">
                  <a:moveTo>
                    <a:pt x="0" y="78"/>
                  </a:moveTo>
                  <a:lnTo>
                    <a:pt x="0" y="0"/>
                  </a:lnTo>
                  <a:lnTo>
                    <a:pt x="0" y="78"/>
                  </a:lnTo>
                  <a:close/>
                </a:path>
              </a:pathLst>
            </a:custGeom>
            <a:solidFill>
              <a:srgbClr val="393185"/>
            </a:solidFill>
            <a:ln w="9525">
              <a:noFill/>
              <a:round/>
              <a:headEnd/>
              <a:tailEnd/>
            </a:ln>
          </p:spPr>
          <p:txBody>
            <a:bodyPr vert="horz" wrap="square" lIns="91440" tIns="45720" rIns="91440" bIns="45720" numCol="1" anchor="t" anchorCtr="0" compatLnSpc="1">
              <a:prstTxWarp prst="textNoShape">
                <a:avLst/>
              </a:prstTxWarp>
            </a:bodyPr>
            <a:lstStyle/>
            <a:p>
              <a:endParaRPr lang="en-IN" dirty="0">
                <a:solidFill>
                  <a:schemeClr val="accent6">
                    <a:lumMod val="50000"/>
                  </a:schemeClr>
                </a:solidFill>
              </a:endParaRPr>
            </a:p>
          </p:txBody>
        </p:sp>
      </p:grpSp>
      <p:sp>
        <p:nvSpPr>
          <p:cNvPr id="60" name="Footer Placeholder 4"/>
          <p:cNvSpPr txBox="1">
            <a:spLocks/>
          </p:cNvSpPr>
          <p:nvPr userDrawn="1"/>
        </p:nvSpPr>
        <p:spPr>
          <a:xfrm>
            <a:off x="3124200" y="6673207"/>
            <a:ext cx="2895600" cy="148963"/>
          </a:xfrm>
          <a:prstGeom prst="rect">
            <a:avLst/>
          </a:prstGeom>
          <a:solidFill>
            <a:schemeClr val="bg1"/>
          </a:solidFill>
        </p:spPr>
        <p:txBody>
          <a:bodyPr vert="horz" lIns="91440" tIns="45720" rIns="9144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smtClean="0"/>
              <a:t>© 2014 WIPRO LTD | WWW.WIPRO.COM | INTERNAL</a:t>
            </a:r>
            <a:endParaRPr lang="en-US" dirty="0"/>
          </a:p>
        </p:txBody>
      </p:sp>
    </p:spTree>
    <p:extLst>
      <p:ext uri="{BB962C8B-B14F-4D97-AF65-F5344CB8AC3E}">
        <p14:creationId xmlns:p14="http://schemas.microsoft.com/office/powerpoint/2010/main" val="381303696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Lst>
  <p:timing>
    <p:tnLst>
      <p:par>
        <p:cTn id="1" dur="indefinite" restart="never" nodeType="tmRoot"/>
      </p:par>
    </p:tnLst>
  </p:timing>
  <p:txStyles>
    <p:titleStyle>
      <a:lvl1pPr algn="l" defTabSz="457200" rtl="0" eaLnBrk="1" latinLnBrk="0" hangingPunct="1">
        <a:spcBef>
          <a:spcPct val="0"/>
        </a:spcBef>
        <a:buNone/>
        <a:defRPr lang="en-US" sz="3000" b="1" kern="1200" dirty="0">
          <a:solidFill>
            <a:schemeClr val="accent6">
              <a:lumMod val="50000"/>
            </a:schemeClr>
          </a:solidFill>
          <a:latin typeface="+mj-lt"/>
          <a:ea typeface="+mn-ea"/>
          <a:cs typeface="Arial"/>
        </a:defRPr>
      </a:lvl1pPr>
    </p:titleStyle>
    <p:bodyStyle>
      <a:lvl1pPr marL="231775" indent="-231775" algn="l" defTabSz="457200" rtl="0" eaLnBrk="1" latinLnBrk="0" hangingPunct="1">
        <a:spcBef>
          <a:spcPct val="20000"/>
        </a:spcBef>
        <a:buClr>
          <a:srgbClr val="00B0F0"/>
        </a:buClr>
        <a:buFont typeface="Wingdings" pitchFamily="2" charset="2"/>
        <a:buChar char="§"/>
        <a:defRPr kumimoji="0" lang="en-US" sz="2000" b="0" i="0" u="none" strike="noStrike" kern="1200" cap="none" spc="0" normalizeH="0" baseline="0" noProof="0" dirty="0" smtClean="0">
          <a:ln>
            <a:noFill/>
          </a:ln>
          <a:solidFill>
            <a:schemeClr val="accent6">
              <a:lumMod val="50000"/>
            </a:schemeClr>
          </a:solidFill>
          <a:effectLst/>
          <a:uLnTx/>
          <a:uFillTx/>
          <a:latin typeface="+mn-lt"/>
          <a:ea typeface="+mn-ea"/>
          <a:cs typeface="Arial"/>
        </a:defRPr>
      </a:lvl1pPr>
      <a:lvl2pPr marL="742950" indent="-285750" algn="l" defTabSz="457200" rtl="0" eaLnBrk="1" latinLnBrk="0" hangingPunct="1">
        <a:spcBef>
          <a:spcPct val="20000"/>
        </a:spcBef>
        <a:buClr>
          <a:srgbClr val="00B0F0"/>
        </a:buClr>
        <a:buFont typeface="Wingdings" pitchFamily="2" charset="2"/>
        <a:buChar char="§"/>
        <a:defRPr kumimoji="0" lang="en-US" sz="1800" b="0" i="0" u="none" strike="noStrike" kern="1200" cap="none" spc="0" normalizeH="0" baseline="0" noProof="0" dirty="0" smtClean="0">
          <a:ln>
            <a:noFill/>
          </a:ln>
          <a:solidFill>
            <a:schemeClr val="accent6">
              <a:lumMod val="50000"/>
            </a:schemeClr>
          </a:solidFill>
          <a:effectLst/>
          <a:uLnTx/>
          <a:uFillTx/>
          <a:latin typeface="+mn-lt"/>
          <a:ea typeface="+mn-ea"/>
          <a:cs typeface="+mn-cs"/>
        </a:defRPr>
      </a:lvl2pPr>
      <a:lvl3pPr marL="1143000" indent="-228600" algn="l" defTabSz="457200" rtl="0" eaLnBrk="1" latinLnBrk="0" hangingPunct="1">
        <a:spcBef>
          <a:spcPct val="20000"/>
        </a:spcBef>
        <a:buClr>
          <a:srgbClr val="00B0F0"/>
        </a:buClr>
        <a:buFont typeface="Wingdings" pitchFamily="2" charset="2"/>
        <a:buChar char="§"/>
        <a:defRPr kumimoji="0" lang="en-US" sz="1600" b="0" i="0" u="none" strike="noStrike" kern="1200" cap="none" spc="0" normalizeH="0" baseline="0" noProof="0" dirty="0" smtClean="0">
          <a:ln>
            <a:noFill/>
          </a:ln>
          <a:solidFill>
            <a:schemeClr val="accent6">
              <a:lumMod val="50000"/>
            </a:schemeClr>
          </a:solidFill>
          <a:effectLst/>
          <a:uLnTx/>
          <a:uFillTx/>
          <a:latin typeface="+mn-lt"/>
          <a:ea typeface="+mn-ea"/>
          <a:cs typeface="+mn-cs"/>
        </a:defRPr>
      </a:lvl3pPr>
      <a:lvl4pPr marL="1600200" indent="-228600" algn="l" defTabSz="457200" rtl="0" eaLnBrk="1" latinLnBrk="0" hangingPunct="1">
        <a:spcBef>
          <a:spcPct val="20000"/>
        </a:spcBef>
        <a:buClr>
          <a:srgbClr val="00B0F0"/>
        </a:buClr>
        <a:buFont typeface="Wingdings" pitchFamily="2" charset="2"/>
        <a:buChar char="§"/>
        <a:defRPr kumimoji="0" lang="en-US" sz="1400" b="0" i="0" u="none" strike="noStrike" kern="1200" cap="none" spc="0" normalizeH="0" baseline="0" noProof="0" dirty="0" smtClean="0">
          <a:ln>
            <a:noFill/>
          </a:ln>
          <a:solidFill>
            <a:schemeClr val="accent6">
              <a:lumMod val="50000"/>
            </a:schemeClr>
          </a:solidFill>
          <a:effectLst/>
          <a:uLnTx/>
          <a:uFillTx/>
          <a:latin typeface="+mn-lt"/>
          <a:ea typeface="+mn-ea"/>
          <a:cs typeface="+mn-cs"/>
        </a:defRPr>
      </a:lvl4pPr>
      <a:lvl5pPr marL="2057400" indent="-228600" algn="l" defTabSz="457200" rtl="0" eaLnBrk="1" latinLnBrk="0" hangingPunct="1">
        <a:spcBef>
          <a:spcPct val="20000"/>
        </a:spcBef>
        <a:buClr>
          <a:srgbClr val="00B0F0"/>
        </a:buClr>
        <a:buFont typeface="Wingdings" pitchFamily="2" charset="2"/>
        <a:buChar char="§"/>
        <a:defRPr kumimoji="0" lang="en-US" sz="1200" b="0" i="0" u="none" strike="noStrike" kern="1200" cap="none" spc="0" normalizeH="0" baseline="0" noProof="0" dirty="0">
          <a:ln>
            <a:noFill/>
          </a:ln>
          <a:solidFill>
            <a:schemeClr val="accent6">
              <a:lumMod val="50000"/>
            </a:schemeClr>
          </a:solidFill>
          <a:effectLst/>
          <a:uLnTx/>
          <a:uFillTx/>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jpeg"/><Relationship Id="rId7" Type="http://schemas.openxmlformats.org/officeDocument/2006/relationships/diagramColors" Target="../diagrams/colors2.xml"/><Relationship Id="rId2" Type="http://schemas.openxmlformats.org/officeDocument/2006/relationships/hyperlink" Target="http://scn.sap.com/servlet/JiveServlet/showImage/38-110105-489908/pic2.jpg" TargetMode="Externa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image" Target="../media/image8.png"/><Relationship Id="rId1" Type="http://schemas.openxmlformats.org/officeDocument/2006/relationships/slideLayout" Target="../slideLayouts/slideLayout2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5.xml"/><Relationship Id="rId5" Type="http://schemas.openxmlformats.org/officeDocument/2006/relationships/chart" Target="../charts/chart4.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3" Type="http://schemas.openxmlformats.org/officeDocument/2006/relationships/diagramData" Target="../diagrams/data7.xml"/><Relationship Id="rId18" Type="http://schemas.openxmlformats.org/officeDocument/2006/relationships/diagramData" Target="../diagrams/data8.xml"/><Relationship Id="rId26" Type="http://schemas.openxmlformats.org/officeDocument/2006/relationships/diagramQuickStyle" Target="../diagrams/quickStyle9.xml"/><Relationship Id="rId3" Type="http://schemas.openxmlformats.org/officeDocument/2006/relationships/diagramData" Target="../diagrams/data5.xml"/><Relationship Id="rId21" Type="http://schemas.openxmlformats.org/officeDocument/2006/relationships/diagramColors" Target="../diagrams/colors8.xml"/><Relationship Id="rId7" Type="http://schemas.microsoft.com/office/2007/relationships/diagramDrawing" Target="../diagrams/drawing5.xml"/><Relationship Id="rId12" Type="http://schemas.microsoft.com/office/2007/relationships/diagramDrawing" Target="../diagrams/drawing6.xml"/><Relationship Id="rId17" Type="http://schemas.microsoft.com/office/2007/relationships/diagramDrawing" Target="../diagrams/drawing7.xml"/><Relationship Id="rId25" Type="http://schemas.openxmlformats.org/officeDocument/2006/relationships/diagramLayout" Target="../diagrams/layout9.xml"/><Relationship Id="rId33" Type="http://schemas.microsoft.com/office/2007/relationships/diagramDrawing" Target="../diagrams/drawing10.xml"/><Relationship Id="rId2" Type="http://schemas.openxmlformats.org/officeDocument/2006/relationships/notesSlide" Target="../notesSlides/notesSlide17.xml"/><Relationship Id="rId16" Type="http://schemas.openxmlformats.org/officeDocument/2006/relationships/diagramColors" Target="../diagrams/colors7.xml"/><Relationship Id="rId20" Type="http://schemas.openxmlformats.org/officeDocument/2006/relationships/diagramQuickStyle" Target="../diagrams/quickStyle8.xml"/><Relationship Id="rId29" Type="http://schemas.openxmlformats.org/officeDocument/2006/relationships/diagramData" Target="../diagrams/data10.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24" Type="http://schemas.openxmlformats.org/officeDocument/2006/relationships/diagramData" Target="../diagrams/data9.xml"/><Relationship Id="rId32" Type="http://schemas.openxmlformats.org/officeDocument/2006/relationships/diagramColors" Target="../diagrams/colors10.xml"/><Relationship Id="rId5" Type="http://schemas.openxmlformats.org/officeDocument/2006/relationships/diagramQuickStyle" Target="../diagrams/quickStyle5.xml"/><Relationship Id="rId15" Type="http://schemas.openxmlformats.org/officeDocument/2006/relationships/diagramQuickStyle" Target="../diagrams/quickStyle7.xml"/><Relationship Id="rId23" Type="http://schemas.openxmlformats.org/officeDocument/2006/relationships/image" Target="../media/image12.png"/><Relationship Id="rId28" Type="http://schemas.microsoft.com/office/2007/relationships/diagramDrawing" Target="../diagrams/drawing9.xml"/><Relationship Id="rId10" Type="http://schemas.openxmlformats.org/officeDocument/2006/relationships/diagramQuickStyle" Target="../diagrams/quickStyle6.xml"/><Relationship Id="rId19" Type="http://schemas.openxmlformats.org/officeDocument/2006/relationships/diagramLayout" Target="../diagrams/layout8.xml"/><Relationship Id="rId31" Type="http://schemas.openxmlformats.org/officeDocument/2006/relationships/diagramQuickStyle" Target="../diagrams/quickStyle10.xml"/><Relationship Id="rId4" Type="http://schemas.openxmlformats.org/officeDocument/2006/relationships/diagramLayout" Target="../diagrams/layout5.xml"/><Relationship Id="rId9" Type="http://schemas.openxmlformats.org/officeDocument/2006/relationships/diagramLayout" Target="../diagrams/layout6.xml"/><Relationship Id="rId14" Type="http://schemas.openxmlformats.org/officeDocument/2006/relationships/diagramLayout" Target="../diagrams/layout7.xml"/><Relationship Id="rId22" Type="http://schemas.microsoft.com/office/2007/relationships/diagramDrawing" Target="../diagrams/drawing8.xml"/><Relationship Id="rId27" Type="http://schemas.openxmlformats.org/officeDocument/2006/relationships/diagramColors" Target="../diagrams/colors9.xml"/><Relationship Id="rId30" Type="http://schemas.openxmlformats.org/officeDocument/2006/relationships/diagramLayout" Target="../diagrams/layout10.xml"/><Relationship Id="rId8" Type="http://schemas.openxmlformats.org/officeDocument/2006/relationships/diagramData" Target="../diagrams/data6.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592975" y="366032"/>
            <a:ext cx="5843587" cy="1162731"/>
          </a:xfrm>
        </p:spPr>
        <p:txBody>
          <a:bodyPr>
            <a:normAutofit/>
          </a:bodyPr>
          <a:lstStyle/>
          <a:p>
            <a:pPr algn="ctr"/>
            <a:r>
              <a:rPr lang="en-IN" sz="2800" dirty="0" smtClean="0"/>
              <a:t>Wipro – Cardinal Health </a:t>
            </a:r>
            <a:br>
              <a:rPr lang="en-IN" sz="2800" dirty="0" smtClean="0"/>
            </a:br>
            <a:r>
              <a:rPr lang="en-IN" sz="2800" dirty="0"/>
              <a:t>A</a:t>
            </a:r>
            <a:r>
              <a:rPr lang="en-IN" sz="2800" dirty="0" smtClean="0"/>
              <a:t>utomation Engagement</a:t>
            </a:r>
            <a:endParaRPr lang="en-IN" sz="2800" dirty="0"/>
          </a:p>
        </p:txBody>
      </p:sp>
      <p:pic>
        <p:nvPicPr>
          <p:cNvPr id="2050" name="Picture 2" descr="http://www.cardinalhealth.com/content/dam/corp/web/logos/logo-mai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768" y="1838344"/>
            <a:ext cx="2814720" cy="1837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5888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16972"/>
            <a:ext cx="8189776" cy="461665"/>
          </a:xfrm>
        </p:spPr>
        <p:txBody>
          <a:bodyPr/>
          <a:lstStyle/>
          <a:p>
            <a:r>
              <a:rPr lang="en-US" sz="2400" dirty="0" smtClean="0"/>
              <a:t>Automation Overview – Last 2 </a:t>
            </a:r>
            <a:r>
              <a:rPr lang="en-US" sz="2400" dirty="0" smtClean="0"/>
              <a:t>years</a:t>
            </a: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3325199002"/>
              </p:ext>
            </p:extLst>
          </p:nvPr>
        </p:nvGraphicFramePr>
        <p:xfrm>
          <a:off x="271464" y="1071565"/>
          <a:ext cx="8601073" cy="5300659"/>
        </p:xfrm>
        <a:graphic>
          <a:graphicData uri="http://schemas.openxmlformats.org/drawingml/2006/table">
            <a:tbl>
              <a:tblPr firstRow="1" bandRow="1">
                <a:tableStyleId>{5C22544A-7EE6-4342-B048-85BDC9FD1C3A}</a:tableStyleId>
              </a:tblPr>
              <a:tblGrid>
                <a:gridCol w="1298051"/>
                <a:gridCol w="905062"/>
                <a:gridCol w="1417138"/>
                <a:gridCol w="1845851"/>
                <a:gridCol w="3134971"/>
              </a:tblGrid>
              <a:tr h="418177">
                <a:tc>
                  <a:txBody>
                    <a:bodyPr/>
                    <a:lstStyle/>
                    <a:p>
                      <a:pPr algn="ctr" rtl="0" fontAlgn="ctr"/>
                      <a:r>
                        <a:rPr lang="en-US" sz="1100" u="none" strike="noStrike" dirty="0">
                          <a:effectLst/>
                        </a:rPr>
                        <a:t>Application Name</a:t>
                      </a:r>
                      <a:endParaRPr lang="en-US" sz="1100" b="1" i="0" u="none" strike="noStrike" dirty="0">
                        <a:solidFill>
                          <a:srgbClr val="FFFFFF"/>
                        </a:solidFill>
                        <a:effectLst/>
                        <a:latin typeface="Arial" panose="020B0604020202020204" pitchFamily="34" charset="0"/>
                      </a:endParaRPr>
                    </a:p>
                  </a:txBody>
                  <a:tcPr marL="8549" marR="8549" marT="8549" marB="0" anchor="ctr">
                    <a:solidFill>
                      <a:schemeClr val="accent1">
                        <a:lumMod val="50000"/>
                      </a:schemeClr>
                    </a:solidFill>
                  </a:tcPr>
                </a:tc>
                <a:tc>
                  <a:txBody>
                    <a:bodyPr/>
                    <a:lstStyle/>
                    <a:p>
                      <a:pPr algn="ctr" rtl="0" fontAlgn="ctr"/>
                      <a:r>
                        <a:rPr lang="en-US" sz="1100" u="none" strike="noStrike">
                          <a:effectLst/>
                        </a:rPr>
                        <a:t>Technology</a:t>
                      </a:r>
                      <a:endParaRPr lang="en-US" sz="1100" b="1" i="0" u="none" strike="noStrike">
                        <a:solidFill>
                          <a:srgbClr val="FFFFFF"/>
                        </a:solidFill>
                        <a:effectLst/>
                        <a:latin typeface="Arial" panose="020B0604020202020204" pitchFamily="34" charset="0"/>
                      </a:endParaRPr>
                    </a:p>
                  </a:txBody>
                  <a:tcPr marL="8549" marR="8549" marT="8549" marB="0" anchor="ctr">
                    <a:solidFill>
                      <a:schemeClr val="accent1">
                        <a:lumMod val="50000"/>
                      </a:schemeClr>
                    </a:solidFill>
                  </a:tcPr>
                </a:tc>
                <a:tc>
                  <a:txBody>
                    <a:bodyPr/>
                    <a:lstStyle/>
                    <a:p>
                      <a:pPr algn="ctr" rtl="0" fontAlgn="ctr"/>
                      <a:r>
                        <a:rPr lang="en-US" sz="1100" u="none" strike="noStrike">
                          <a:effectLst/>
                        </a:rPr>
                        <a:t>Tool Used</a:t>
                      </a:r>
                      <a:endParaRPr lang="en-US" sz="1100" b="1" i="0" u="none" strike="noStrike">
                        <a:solidFill>
                          <a:srgbClr val="FFFFFF"/>
                        </a:solidFill>
                        <a:effectLst/>
                        <a:latin typeface="Arial" panose="020B0604020202020204" pitchFamily="34" charset="0"/>
                      </a:endParaRPr>
                    </a:p>
                  </a:txBody>
                  <a:tcPr marL="8549" marR="8549" marT="8549" marB="0" anchor="ctr">
                    <a:solidFill>
                      <a:schemeClr val="accent1">
                        <a:lumMod val="50000"/>
                      </a:schemeClr>
                    </a:solidFill>
                  </a:tcPr>
                </a:tc>
                <a:tc>
                  <a:txBody>
                    <a:bodyPr/>
                    <a:lstStyle/>
                    <a:p>
                      <a:pPr algn="ctr" rtl="0" fontAlgn="ctr"/>
                      <a:r>
                        <a:rPr lang="en-US" sz="1100" u="none" strike="noStrike">
                          <a:effectLst/>
                        </a:rPr>
                        <a:t>No. Of Scripts Automated</a:t>
                      </a:r>
                      <a:endParaRPr lang="en-US" sz="1100" b="1" i="0" u="none" strike="noStrike">
                        <a:solidFill>
                          <a:srgbClr val="FFFFFF"/>
                        </a:solidFill>
                        <a:effectLst/>
                        <a:latin typeface="Arial" panose="020B0604020202020204" pitchFamily="34" charset="0"/>
                      </a:endParaRPr>
                    </a:p>
                  </a:txBody>
                  <a:tcPr marL="8549" marR="8549" marT="8549" marB="0" anchor="ctr">
                    <a:solidFill>
                      <a:schemeClr val="accent1">
                        <a:lumMod val="50000"/>
                      </a:schemeClr>
                    </a:solidFill>
                  </a:tcPr>
                </a:tc>
                <a:tc>
                  <a:txBody>
                    <a:bodyPr/>
                    <a:lstStyle/>
                    <a:p>
                      <a:pPr algn="ctr" rtl="0" fontAlgn="ctr"/>
                      <a:r>
                        <a:rPr lang="en-US" sz="1100" u="none" strike="noStrike" dirty="0">
                          <a:effectLst/>
                        </a:rPr>
                        <a:t>Cost/Effort Savings</a:t>
                      </a:r>
                      <a:endParaRPr lang="en-US" sz="1100" b="1" i="0" u="none" strike="noStrike" dirty="0">
                        <a:solidFill>
                          <a:srgbClr val="FFFFFF"/>
                        </a:solidFill>
                        <a:effectLst/>
                        <a:latin typeface="Arial" panose="020B0604020202020204" pitchFamily="34" charset="0"/>
                      </a:endParaRPr>
                    </a:p>
                  </a:txBody>
                  <a:tcPr marL="8549" marR="8549" marT="8549" marB="0" anchor="ctr">
                    <a:solidFill>
                      <a:schemeClr val="accent1">
                        <a:lumMod val="50000"/>
                      </a:schemeClr>
                    </a:solidFill>
                  </a:tcPr>
                </a:tc>
              </a:tr>
              <a:tr h="1084996">
                <a:tc>
                  <a:txBody>
                    <a:bodyPr/>
                    <a:lstStyle/>
                    <a:p>
                      <a:pPr algn="ctr" rtl="0" fontAlgn="ctr"/>
                      <a:r>
                        <a:rPr lang="en-US" sz="1000" u="none" strike="noStrike" dirty="0">
                          <a:effectLst/>
                        </a:rPr>
                        <a:t>TPM</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SAP</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UFT</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415</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ROI to Cardinal due to TPM Automation (FY 14 – FY 15) $453,379 which includes the savings due to TPM Functional Releases and savings due to leveraging Automation in other Build projects in and around TPM.</a:t>
                      </a:r>
                      <a:endParaRPr lang="en-US" sz="1000" b="0" i="0" u="none" strike="noStrike" dirty="0">
                        <a:solidFill>
                          <a:srgbClr val="000000"/>
                        </a:solidFill>
                        <a:effectLst/>
                        <a:latin typeface="Arial" panose="020B0604020202020204" pitchFamily="34" charset="0"/>
                      </a:endParaRPr>
                    </a:p>
                  </a:txBody>
                  <a:tcPr marL="8549" marR="8549" marT="8549" marB="0" anchor="ctr"/>
                </a:tc>
              </a:tr>
              <a:tr h="440779">
                <a:tc>
                  <a:txBody>
                    <a:bodyPr/>
                    <a:lstStyle/>
                    <a:p>
                      <a:pPr algn="ctr" rtl="0" fontAlgn="ctr"/>
                      <a:r>
                        <a:rPr lang="en-US" sz="1000" u="none" strike="noStrike">
                          <a:effectLst/>
                        </a:rPr>
                        <a:t>Specialty Alliance Project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Web</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UFT</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33</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Cost Savings per year- $57600 (considering saving per cycle $600 and no. of cycles run per year – 96)</a:t>
                      </a:r>
                      <a:endParaRPr lang="en-US" sz="1000" b="0" i="0" u="none" strike="noStrike" dirty="0">
                        <a:solidFill>
                          <a:srgbClr val="000000"/>
                        </a:solidFill>
                        <a:effectLst/>
                        <a:latin typeface="Arial" panose="020B0604020202020204" pitchFamily="34" charset="0"/>
                      </a:endParaRPr>
                    </a:p>
                  </a:txBody>
                  <a:tcPr marL="8549" marR="8549" marT="8549" marB="0" anchor="ctr"/>
                </a:tc>
              </a:tr>
              <a:tr h="870258">
                <a:tc>
                  <a:txBody>
                    <a:bodyPr/>
                    <a:lstStyle/>
                    <a:p>
                      <a:pPr algn="ctr" rtl="0" fontAlgn="ctr"/>
                      <a:r>
                        <a:rPr lang="en-US" sz="1000" u="none" strike="noStrike">
                          <a:effectLst/>
                        </a:rPr>
                        <a:t>ADC</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Web</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UFT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147</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Automation Development cost : $10,965 and Yearly Maintenance cost : $1,480. So ROI can be achieved in 2.29 Yrs. (Assuming 5 execution cycle/year)</a:t>
                      </a:r>
                      <a:endParaRPr lang="en-US" sz="1000" b="0" i="0" u="none" strike="noStrike" dirty="0">
                        <a:solidFill>
                          <a:srgbClr val="000000"/>
                        </a:solidFill>
                        <a:effectLst/>
                        <a:latin typeface="Arial" panose="020B0604020202020204" pitchFamily="34" charset="0"/>
                      </a:endParaRPr>
                    </a:p>
                  </a:txBody>
                  <a:tcPr marL="8549" marR="8549" marT="8549" marB="0" anchor="ctr"/>
                </a:tc>
              </a:tr>
              <a:tr h="440779">
                <a:tc>
                  <a:txBody>
                    <a:bodyPr/>
                    <a:lstStyle/>
                    <a:p>
                      <a:pPr algn="ctr" rtl="0" fontAlgn="ctr"/>
                      <a:r>
                        <a:rPr lang="en-US" sz="1000" u="none" strike="noStrike">
                          <a:effectLst/>
                        </a:rPr>
                        <a:t>Optifreight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Web,Dot Net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UFT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111</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Around 10 hrs. (40%) effort can be saved for automation test execution per cycle</a:t>
                      </a:r>
                      <a:endParaRPr lang="en-US" sz="1000" b="0" i="0" u="none" strike="noStrike" dirty="0">
                        <a:solidFill>
                          <a:srgbClr val="000000"/>
                        </a:solidFill>
                        <a:effectLst/>
                        <a:latin typeface="Arial" panose="020B0604020202020204" pitchFamily="34" charset="0"/>
                      </a:endParaRPr>
                    </a:p>
                  </a:txBody>
                  <a:tcPr marL="8549" marR="8549" marT="8549" marB="0" anchor="ctr"/>
                </a:tc>
              </a:tr>
              <a:tr h="237343">
                <a:tc>
                  <a:txBody>
                    <a:bodyPr/>
                    <a:lstStyle/>
                    <a:p>
                      <a:pPr algn="ctr" rtl="0" fontAlgn="ctr"/>
                      <a:r>
                        <a:rPr lang="en-US" sz="1000" u="none" strike="noStrike">
                          <a:effectLst/>
                        </a:rPr>
                        <a:t>Pack Manager</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JAVA</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UFT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68</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Effort saving of around 66% per cycle</a:t>
                      </a:r>
                      <a:endParaRPr lang="en-US" sz="1000" b="0" i="0" u="none" strike="noStrike" dirty="0">
                        <a:solidFill>
                          <a:srgbClr val="000000"/>
                        </a:solidFill>
                        <a:effectLst/>
                        <a:latin typeface="Arial" panose="020B0604020202020204" pitchFamily="34" charset="0"/>
                      </a:endParaRPr>
                    </a:p>
                  </a:txBody>
                  <a:tcPr marL="8549" marR="8549" marT="8549" marB="0" anchor="ctr"/>
                </a:tc>
              </a:tr>
              <a:tr h="237343">
                <a:tc>
                  <a:txBody>
                    <a:bodyPr/>
                    <a:lstStyle/>
                    <a:p>
                      <a:pPr algn="ctr" rtl="0" fontAlgn="ctr"/>
                      <a:r>
                        <a:rPr lang="en-US" sz="1000" u="none" strike="noStrike">
                          <a:effectLst/>
                        </a:rPr>
                        <a:t>SAP China</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SAP</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UFT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131 E2E &amp; 21 Security scripts </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Cost savings of around $4500 per regression cycle</a:t>
                      </a:r>
                      <a:endParaRPr lang="en-US" sz="1000" b="0" i="0" u="none" strike="noStrike" dirty="0">
                        <a:solidFill>
                          <a:srgbClr val="000000"/>
                        </a:solidFill>
                        <a:effectLst/>
                        <a:latin typeface="Arial" panose="020B0604020202020204" pitchFamily="34" charset="0"/>
                      </a:endParaRPr>
                    </a:p>
                  </a:txBody>
                  <a:tcPr marL="8549" marR="8549" marT="8549" marB="0" anchor="ctr"/>
                </a:tc>
              </a:tr>
              <a:tr h="237343">
                <a:tc>
                  <a:txBody>
                    <a:bodyPr/>
                    <a:lstStyle/>
                    <a:p>
                      <a:pPr algn="ctr" rtl="0" fontAlgn="ctr"/>
                      <a:r>
                        <a:rPr lang="en-US" sz="1000" u="none" strike="noStrike">
                          <a:effectLst/>
                        </a:rPr>
                        <a:t>Regimen Analyzer</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Web</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Selenium &amp; Cucumber</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12</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Effort saving of around 20% per release.</a:t>
                      </a:r>
                      <a:endParaRPr lang="en-US" sz="1000" b="0" i="0" u="none" strike="noStrike" dirty="0">
                        <a:solidFill>
                          <a:srgbClr val="000000"/>
                        </a:solidFill>
                        <a:effectLst/>
                        <a:latin typeface="Arial" panose="020B0604020202020204" pitchFamily="34" charset="0"/>
                      </a:endParaRPr>
                    </a:p>
                  </a:txBody>
                  <a:tcPr marL="8549" marR="8549" marT="8549" marB="0" anchor="ctr"/>
                </a:tc>
              </a:tr>
              <a:tr h="440779">
                <a:tc>
                  <a:txBody>
                    <a:bodyPr/>
                    <a:lstStyle/>
                    <a:p>
                      <a:pPr algn="ctr" rtl="0" fontAlgn="ctr"/>
                      <a:r>
                        <a:rPr lang="en-US" sz="1000" u="none" strike="noStrike">
                          <a:effectLst/>
                        </a:rPr>
                        <a:t>CIM</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Web</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Cucumber</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38 Feature Files</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30% of effort Savings per cycle of execution for the Smoke Scripts</a:t>
                      </a:r>
                      <a:endParaRPr lang="en-US" sz="1000" b="0" i="0" u="none" strike="noStrike" dirty="0">
                        <a:solidFill>
                          <a:srgbClr val="000000"/>
                        </a:solidFill>
                        <a:effectLst/>
                        <a:latin typeface="Arial" panose="020B0604020202020204" pitchFamily="34" charset="0"/>
                      </a:endParaRPr>
                    </a:p>
                  </a:txBody>
                  <a:tcPr marL="8549" marR="8549" marT="8549" marB="0" anchor="ctr"/>
                </a:tc>
              </a:tr>
              <a:tr h="655519">
                <a:tc>
                  <a:txBody>
                    <a:bodyPr/>
                    <a:lstStyle/>
                    <a:p>
                      <a:pPr algn="ctr" rtl="0" fontAlgn="ctr"/>
                      <a:r>
                        <a:rPr lang="en-US" sz="1000" u="none" strike="noStrike">
                          <a:effectLst/>
                        </a:rPr>
                        <a:t>SCORE</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AS400</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UFT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344</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Effort saving of 6 business days and cost saving of $4586.92 for Score Upgrade project during the execution of 125 automation scripts.</a:t>
                      </a:r>
                      <a:endParaRPr lang="en-US" sz="1000" b="0" i="0" u="none" strike="noStrike" dirty="0">
                        <a:solidFill>
                          <a:srgbClr val="000000"/>
                        </a:solidFill>
                        <a:effectLst/>
                        <a:latin typeface="Arial" panose="020B0604020202020204" pitchFamily="34" charset="0"/>
                      </a:endParaRPr>
                    </a:p>
                  </a:txBody>
                  <a:tcPr marL="8549" marR="8549" marT="8549" marB="0" anchor="ctr"/>
                </a:tc>
              </a:tr>
              <a:tr h="237343">
                <a:tc>
                  <a:txBody>
                    <a:bodyPr/>
                    <a:lstStyle/>
                    <a:p>
                      <a:pPr algn="ctr" rtl="0" fontAlgn="ctr"/>
                      <a:r>
                        <a:rPr lang="en-US" sz="1000" u="none" strike="noStrike">
                          <a:effectLst/>
                        </a:rPr>
                        <a:t>Distrack</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AS400</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a:effectLst/>
                        </a:rPr>
                        <a:t>UFT</a:t>
                      </a:r>
                      <a:endParaRPr lang="en-US" sz="1000" b="0" i="0" u="none" strike="noStrike">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In Progress</a:t>
                      </a:r>
                      <a:endParaRPr lang="en-US" sz="1000" b="0" i="0" u="none" strike="noStrike" dirty="0">
                        <a:solidFill>
                          <a:srgbClr val="000000"/>
                        </a:solidFill>
                        <a:effectLst/>
                        <a:latin typeface="Arial" panose="020B0604020202020204" pitchFamily="34" charset="0"/>
                      </a:endParaRPr>
                    </a:p>
                  </a:txBody>
                  <a:tcPr marL="8549" marR="8549" marT="8549" marB="0" anchor="ctr"/>
                </a:tc>
                <a:tc>
                  <a:txBody>
                    <a:bodyPr/>
                    <a:lstStyle/>
                    <a:p>
                      <a:pPr algn="ctr" rtl="0" fontAlgn="ctr"/>
                      <a:r>
                        <a:rPr lang="en-US" sz="1000" u="none" strike="noStrike" dirty="0">
                          <a:effectLst/>
                        </a:rPr>
                        <a:t> </a:t>
                      </a:r>
                      <a:endParaRPr lang="en-US" sz="1000" b="0" i="0" u="none" strike="noStrike" dirty="0">
                        <a:solidFill>
                          <a:srgbClr val="000000"/>
                        </a:solidFill>
                        <a:effectLst/>
                        <a:latin typeface="Arial" panose="020B0604020202020204" pitchFamily="34" charset="0"/>
                      </a:endParaRPr>
                    </a:p>
                  </a:txBody>
                  <a:tcPr marL="8549" marR="8549" marT="8549" marB="0" anchor="ctr"/>
                </a:tc>
              </a:tr>
            </a:tbl>
          </a:graphicData>
        </a:graphic>
      </p:graphicFrame>
    </p:spTree>
    <p:extLst>
      <p:ext uri="{BB962C8B-B14F-4D97-AF65-F5344CB8AC3E}">
        <p14:creationId xmlns:p14="http://schemas.microsoft.com/office/powerpoint/2010/main" val="159428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74109"/>
            <a:ext cx="8189776" cy="461665"/>
          </a:xfrm>
          <a:noFill/>
          <a:ln w="9525">
            <a:noFill/>
            <a:miter lim="800000"/>
            <a:headEnd/>
            <a:tailEnd/>
          </a:ln>
        </p:spPr>
        <p:txBody>
          <a:bodyPr vert="horz" wrap="square" lIns="91440" tIns="45720" rIns="91440" bIns="45720" numCol="1" rtlCol="0" anchor="t" anchorCtr="0" compatLnSpc="1">
            <a:prstTxWarp prst="textNoShape">
              <a:avLst/>
            </a:prstTxWarp>
            <a:spAutoFit/>
          </a:bodyPr>
          <a:lstStyle/>
          <a:p>
            <a:r>
              <a:rPr lang="en-US" sz="2400" dirty="0">
                <a:solidFill>
                  <a:schemeClr val="tx1"/>
                </a:solidFill>
              </a:rPr>
              <a:t>Wipro Differentiators</a:t>
            </a:r>
          </a:p>
        </p:txBody>
      </p:sp>
      <p:sp>
        <p:nvSpPr>
          <p:cNvPr id="3" name="Text Placeholder 2"/>
          <p:cNvSpPr>
            <a:spLocks noGrp="1"/>
          </p:cNvSpPr>
          <p:nvPr>
            <p:ph type="body" sz="quarter" idx="10"/>
          </p:nvPr>
        </p:nvSpPr>
        <p:spPr/>
        <p:txBody>
          <a:bodyPr>
            <a:normAutofit/>
          </a:bodyPr>
          <a:lstStyle/>
          <a:p>
            <a:r>
              <a:rPr lang="en-US" sz="1800" dirty="0"/>
              <a:t>We have done successful POCs to check the automation feasibility</a:t>
            </a:r>
          </a:p>
          <a:p>
            <a:endParaRPr lang="en-US" sz="1800" dirty="0"/>
          </a:p>
        </p:txBody>
      </p:sp>
      <p:sp>
        <p:nvSpPr>
          <p:cNvPr id="4" name="Text Placeholder 3"/>
          <p:cNvSpPr>
            <a:spLocks noGrp="1"/>
          </p:cNvSpPr>
          <p:nvPr>
            <p:ph type="body" sz="quarter" idx="11"/>
          </p:nvPr>
        </p:nvSpPr>
        <p:spPr/>
        <p:txBody>
          <a:bodyPr>
            <a:normAutofit/>
          </a:bodyPr>
          <a:lstStyle/>
          <a:p>
            <a:r>
              <a:rPr lang="en-US" sz="1800" dirty="0"/>
              <a:t>Test Data Uploader</a:t>
            </a:r>
          </a:p>
          <a:p>
            <a:endParaRPr lang="en-US" sz="1800" dirty="0"/>
          </a:p>
        </p:txBody>
      </p:sp>
      <p:sp>
        <p:nvSpPr>
          <p:cNvPr id="5" name="Text Placeholder 4"/>
          <p:cNvSpPr>
            <a:spLocks noGrp="1"/>
          </p:cNvSpPr>
          <p:nvPr>
            <p:ph type="body" sz="quarter" idx="12"/>
          </p:nvPr>
        </p:nvSpPr>
        <p:spPr/>
        <p:txBody>
          <a:bodyPr>
            <a:normAutofit/>
          </a:bodyPr>
          <a:lstStyle/>
          <a:p>
            <a:r>
              <a:rPr lang="en-US" sz="1800" dirty="0"/>
              <a:t>Master </a:t>
            </a:r>
            <a:r>
              <a:rPr lang="en-US" sz="1800" dirty="0"/>
              <a:t>Data</a:t>
            </a:r>
            <a:r>
              <a:rPr lang="en-US" sz="1800" dirty="0"/>
              <a:t> Sheet</a:t>
            </a:r>
          </a:p>
          <a:p>
            <a:endParaRPr lang="en-US" sz="1800" dirty="0"/>
          </a:p>
        </p:txBody>
      </p:sp>
      <p:sp>
        <p:nvSpPr>
          <p:cNvPr id="6" name="Text Placeholder 5"/>
          <p:cNvSpPr>
            <a:spLocks noGrp="1"/>
          </p:cNvSpPr>
          <p:nvPr>
            <p:ph type="body" sz="quarter" idx="13"/>
          </p:nvPr>
        </p:nvSpPr>
        <p:spPr/>
        <p:txBody>
          <a:bodyPr>
            <a:normAutofit/>
          </a:bodyPr>
          <a:lstStyle/>
          <a:p>
            <a:r>
              <a:rPr lang="en-US" sz="1800" dirty="0"/>
              <a:t>Language Translator Tool</a:t>
            </a:r>
          </a:p>
        </p:txBody>
      </p:sp>
      <p:sp>
        <p:nvSpPr>
          <p:cNvPr id="8" name="Text Placeholder 7"/>
          <p:cNvSpPr>
            <a:spLocks noGrp="1"/>
          </p:cNvSpPr>
          <p:nvPr>
            <p:ph type="body" sz="quarter" idx="15"/>
          </p:nvPr>
        </p:nvSpPr>
        <p:spPr>
          <a:xfrm>
            <a:off x="460375" y="1345746"/>
            <a:ext cx="352425" cy="440192"/>
          </a:xfrm>
        </p:spPr>
        <p:txBody>
          <a:bodyPr>
            <a:normAutofit lnSpcReduction="10000"/>
          </a:bodyPr>
          <a:lstStyle/>
          <a:p>
            <a:endParaRPr lang="en-US" dirty="0"/>
          </a:p>
        </p:txBody>
      </p:sp>
      <p:sp>
        <p:nvSpPr>
          <p:cNvPr id="9" name="Text Placeholder 8"/>
          <p:cNvSpPr>
            <a:spLocks noGrp="1"/>
          </p:cNvSpPr>
          <p:nvPr>
            <p:ph type="body" sz="quarter" idx="16"/>
          </p:nvPr>
        </p:nvSpPr>
        <p:spPr>
          <a:xfrm>
            <a:off x="460375" y="2384085"/>
            <a:ext cx="352425" cy="444840"/>
          </a:xfrm>
        </p:spPr>
        <p:txBody>
          <a:bodyPr>
            <a:normAutofit lnSpcReduction="10000"/>
          </a:bodyPr>
          <a:lstStyle/>
          <a:p>
            <a:endParaRPr lang="en-US" dirty="0"/>
          </a:p>
        </p:txBody>
      </p:sp>
      <p:sp>
        <p:nvSpPr>
          <p:cNvPr id="10" name="Text Placeholder 9"/>
          <p:cNvSpPr>
            <a:spLocks noGrp="1"/>
          </p:cNvSpPr>
          <p:nvPr>
            <p:ph type="body" sz="quarter" idx="17"/>
          </p:nvPr>
        </p:nvSpPr>
        <p:spPr>
          <a:xfrm>
            <a:off x="460375" y="3422424"/>
            <a:ext cx="352425" cy="420914"/>
          </a:xfrm>
        </p:spPr>
        <p:txBody>
          <a:bodyPr>
            <a:normAutofit lnSpcReduction="10000"/>
          </a:bodyPr>
          <a:lstStyle/>
          <a:p>
            <a:endParaRPr lang="en-US" dirty="0"/>
          </a:p>
        </p:txBody>
      </p:sp>
      <p:sp>
        <p:nvSpPr>
          <p:cNvPr id="11" name="Text Placeholder 10"/>
          <p:cNvSpPr>
            <a:spLocks noGrp="1"/>
          </p:cNvSpPr>
          <p:nvPr>
            <p:ph type="body" sz="quarter" idx="18"/>
          </p:nvPr>
        </p:nvSpPr>
        <p:spPr>
          <a:xfrm>
            <a:off x="460375" y="4460763"/>
            <a:ext cx="352425" cy="382700"/>
          </a:xfrm>
        </p:spPr>
        <p:txBody>
          <a:bodyPr>
            <a:normAutofit fontScale="92500" lnSpcReduction="20000"/>
          </a:bodyPr>
          <a:lstStyle/>
          <a:p>
            <a:endParaRPr lang="en-US" dirty="0"/>
          </a:p>
        </p:txBody>
      </p:sp>
      <p:sp>
        <p:nvSpPr>
          <p:cNvPr id="13" name="Text Placeholder 5"/>
          <p:cNvSpPr>
            <a:spLocks noGrp="1"/>
          </p:cNvSpPr>
          <p:nvPr>
            <p:ph type="body" sz="quarter" idx="13"/>
          </p:nvPr>
        </p:nvSpPr>
        <p:spPr>
          <a:xfrm>
            <a:off x="1005339" y="5460888"/>
            <a:ext cx="7557748" cy="652462"/>
          </a:xfrm>
        </p:spPr>
        <p:txBody>
          <a:bodyPr>
            <a:normAutofit/>
          </a:bodyPr>
          <a:lstStyle/>
          <a:p>
            <a:r>
              <a:rPr lang="en-US" sz="1800" dirty="0"/>
              <a:t>Dependency Matrix</a:t>
            </a:r>
          </a:p>
        </p:txBody>
      </p:sp>
      <p:sp>
        <p:nvSpPr>
          <p:cNvPr id="14" name="Text Placeholder 10"/>
          <p:cNvSpPr>
            <a:spLocks noGrp="1"/>
          </p:cNvSpPr>
          <p:nvPr>
            <p:ph type="body" sz="quarter" idx="18"/>
          </p:nvPr>
        </p:nvSpPr>
        <p:spPr>
          <a:xfrm>
            <a:off x="460375" y="5459621"/>
            <a:ext cx="352425" cy="382700"/>
          </a:xfrm>
        </p:spPr>
        <p:txBody>
          <a:bodyPr>
            <a:normAutofit fontScale="92500" lnSpcReduction="20000"/>
          </a:bodyPr>
          <a:lstStyle/>
          <a:p>
            <a:endParaRPr lang="en-US" dirty="0"/>
          </a:p>
        </p:txBody>
      </p:sp>
    </p:spTree>
    <p:extLst>
      <p:ext uri="{BB962C8B-B14F-4D97-AF65-F5344CB8AC3E}">
        <p14:creationId xmlns:p14="http://schemas.microsoft.com/office/powerpoint/2010/main" val="9486798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normAutofit lnSpcReduction="10000"/>
          </a:bodyPr>
          <a:lstStyle/>
          <a:p>
            <a:r>
              <a:rPr lang="en-IN" sz="3600" dirty="0"/>
              <a:t>TPM Regression Testing</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55" y="126773"/>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75977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1791"/>
            <a:ext cx="8189776" cy="461665"/>
          </a:xfrm>
        </p:spPr>
        <p:txBody>
          <a:bodyPr/>
          <a:lstStyle/>
          <a:p>
            <a:r>
              <a:rPr lang="en-US" sz="2400" dirty="0" smtClean="0">
                <a:solidFill>
                  <a:schemeClr val="tx1"/>
                </a:solidFill>
              </a:rPr>
              <a:t>The Journey</a:t>
            </a:r>
            <a:endParaRPr lang="en-US" sz="2400" dirty="0">
              <a:solidFill>
                <a:schemeClr val="tx1"/>
              </a:solidFill>
            </a:endParaRPr>
          </a:p>
        </p:txBody>
      </p:sp>
      <p:sp>
        <p:nvSpPr>
          <p:cNvPr id="4" name="Text Placeholder 3"/>
          <p:cNvSpPr>
            <a:spLocks noGrp="1"/>
          </p:cNvSpPr>
          <p:nvPr>
            <p:ph type="body" sz="quarter" idx="11"/>
          </p:nvPr>
        </p:nvSpPr>
        <p:spPr>
          <a:xfrm>
            <a:off x="1005339" y="2629346"/>
            <a:ext cx="7557748" cy="464008"/>
          </a:xfrm>
        </p:spPr>
        <p:txBody>
          <a:bodyPr>
            <a:normAutofit/>
          </a:bodyPr>
          <a:lstStyle/>
          <a:p>
            <a:r>
              <a:rPr lang="en-US" sz="1800" dirty="0">
                <a:solidFill>
                  <a:schemeClr val="tx1"/>
                </a:solidFill>
              </a:rPr>
              <a:t>TPM Regression Test Suite – Current State</a:t>
            </a:r>
          </a:p>
        </p:txBody>
      </p:sp>
      <p:sp>
        <p:nvSpPr>
          <p:cNvPr id="9" name="Text Placeholder 8"/>
          <p:cNvSpPr>
            <a:spLocks noGrp="1"/>
          </p:cNvSpPr>
          <p:nvPr>
            <p:ph type="body" sz="quarter" idx="16"/>
          </p:nvPr>
        </p:nvSpPr>
        <p:spPr>
          <a:xfrm>
            <a:off x="460375" y="2532851"/>
            <a:ext cx="352425" cy="438950"/>
          </a:xfrm>
        </p:spPr>
        <p:txBody>
          <a:bodyPr>
            <a:normAutofit lnSpcReduction="10000"/>
          </a:bodyPr>
          <a:lstStyle/>
          <a:p>
            <a:r>
              <a:rPr lang="en-US" dirty="0" smtClean="0"/>
              <a:t>2</a:t>
            </a:r>
            <a:endParaRPr lang="en-US" dirty="0"/>
          </a:p>
        </p:txBody>
      </p:sp>
      <p:sp>
        <p:nvSpPr>
          <p:cNvPr id="15" name="Text Placeholder 3"/>
          <p:cNvSpPr>
            <a:spLocks noGrp="1"/>
          </p:cNvSpPr>
          <p:nvPr>
            <p:ph type="body" sz="quarter" idx="11"/>
          </p:nvPr>
        </p:nvSpPr>
        <p:spPr>
          <a:xfrm>
            <a:off x="1003191" y="1383189"/>
            <a:ext cx="7557748" cy="395180"/>
          </a:xfrm>
        </p:spPr>
        <p:txBody>
          <a:bodyPr>
            <a:normAutofit/>
          </a:bodyPr>
          <a:lstStyle/>
          <a:p>
            <a:r>
              <a:rPr lang="en-US" sz="1800" dirty="0" smtClean="0">
                <a:solidFill>
                  <a:schemeClr val="tx1"/>
                </a:solidFill>
              </a:rPr>
              <a:t>TPM Regression Testing Before TCoE</a:t>
            </a:r>
            <a:endParaRPr lang="en-US" sz="1800" dirty="0">
              <a:solidFill>
                <a:schemeClr val="tx1"/>
              </a:solidFill>
            </a:endParaRPr>
          </a:p>
        </p:txBody>
      </p:sp>
      <p:sp>
        <p:nvSpPr>
          <p:cNvPr id="16" name="Text Placeholder 8"/>
          <p:cNvSpPr>
            <a:spLocks noGrp="1"/>
          </p:cNvSpPr>
          <p:nvPr>
            <p:ph type="body" sz="quarter" idx="16"/>
          </p:nvPr>
        </p:nvSpPr>
        <p:spPr>
          <a:xfrm>
            <a:off x="460375" y="1241347"/>
            <a:ext cx="350277" cy="416003"/>
          </a:xfrm>
        </p:spPr>
        <p:txBody>
          <a:bodyPr>
            <a:normAutofit fontScale="92500" lnSpcReduction="10000"/>
          </a:bodyPr>
          <a:lstStyle/>
          <a:p>
            <a:r>
              <a:rPr lang="en-US" dirty="0" smtClean="0"/>
              <a:t>2</a:t>
            </a:r>
            <a:endParaRPr lang="en-US" dirty="0"/>
          </a:p>
        </p:txBody>
      </p:sp>
      <p:sp>
        <p:nvSpPr>
          <p:cNvPr id="14" name="Text Placeholder 4"/>
          <p:cNvSpPr>
            <a:spLocks noGrp="1"/>
          </p:cNvSpPr>
          <p:nvPr>
            <p:ph type="body" sz="quarter" idx="12"/>
          </p:nvPr>
        </p:nvSpPr>
        <p:spPr>
          <a:xfrm>
            <a:off x="1024965" y="3745889"/>
            <a:ext cx="7557748" cy="449865"/>
          </a:xfrm>
        </p:spPr>
        <p:txBody>
          <a:bodyPr>
            <a:normAutofit/>
          </a:bodyPr>
          <a:lstStyle/>
          <a:p>
            <a:r>
              <a:rPr lang="en-US" sz="1800" dirty="0" smtClean="0">
                <a:solidFill>
                  <a:schemeClr val="tx1"/>
                </a:solidFill>
              </a:rPr>
              <a:t>Looking Ahead</a:t>
            </a:r>
            <a:endParaRPr lang="en-US" sz="1800" dirty="0">
              <a:solidFill>
                <a:schemeClr val="tx1"/>
              </a:solidFill>
            </a:endParaRPr>
          </a:p>
        </p:txBody>
      </p:sp>
      <p:sp>
        <p:nvSpPr>
          <p:cNvPr id="8" name="Text Placeholder 7"/>
          <p:cNvSpPr>
            <a:spLocks noGrp="1"/>
          </p:cNvSpPr>
          <p:nvPr>
            <p:ph type="body" sz="quarter" idx="17"/>
          </p:nvPr>
        </p:nvSpPr>
        <p:spPr>
          <a:xfrm>
            <a:off x="460374" y="3655451"/>
            <a:ext cx="356616" cy="438912"/>
          </a:xfrm>
        </p:spPr>
        <p:txBody>
          <a:bodyPr>
            <a:normAutofit lnSpcReduction="10000"/>
          </a:bodyPr>
          <a:lstStyle/>
          <a:p>
            <a:endParaRPr lang="en-US" dirty="0"/>
          </a:p>
        </p:txBody>
      </p:sp>
    </p:spTree>
    <p:extLst>
      <p:ext uri="{BB962C8B-B14F-4D97-AF65-F5344CB8AC3E}">
        <p14:creationId xmlns:p14="http://schemas.microsoft.com/office/powerpoint/2010/main" val="321520861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3185"/>
            <a:ext cx="6743700" cy="441816"/>
          </a:xfrm>
        </p:spPr>
        <p:txBody>
          <a:bodyPr/>
          <a:lstStyle/>
          <a:p>
            <a:r>
              <a:rPr lang="en-US" sz="2400" dirty="0">
                <a:solidFill>
                  <a:schemeClr val="tx1"/>
                </a:solidFill>
              </a:rPr>
              <a:t>TPM Regression Testing Before TCoE</a:t>
            </a:r>
          </a:p>
        </p:txBody>
      </p:sp>
      <p:graphicFrame>
        <p:nvGraphicFramePr>
          <p:cNvPr id="4" name="Diagram 3"/>
          <p:cNvGraphicFramePr/>
          <p:nvPr>
            <p:extLst>
              <p:ext uri="{D42A27DB-BD31-4B8C-83A1-F6EECF244321}">
                <p14:modId xmlns:p14="http://schemas.microsoft.com/office/powerpoint/2010/main" val="2949673500"/>
              </p:ext>
            </p:extLst>
          </p:nvPr>
        </p:nvGraphicFramePr>
        <p:xfrm>
          <a:off x="228600" y="1814131"/>
          <a:ext cx="8915400" cy="175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p:cNvSpPr/>
          <p:nvPr/>
        </p:nvSpPr>
        <p:spPr>
          <a:xfrm>
            <a:off x="609599" y="4664249"/>
            <a:ext cx="7534275" cy="1569660"/>
          </a:xfrm>
          <a:prstGeom prst="rect">
            <a:avLst/>
          </a:prstGeom>
        </p:spPr>
        <p:txBody>
          <a:bodyPr wrap="square">
            <a:spAutoFit/>
          </a:bodyPr>
          <a:lstStyle/>
          <a:p>
            <a:pPr marL="342900" indent="-342900">
              <a:lnSpc>
                <a:spcPct val="200000"/>
              </a:lnSpc>
              <a:buClrTx/>
              <a:buFont typeface="Wingdings" panose="05000000000000000000" pitchFamily="2" charset="2"/>
              <a:buChar char="§"/>
            </a:pPr>
            <a:r>
              <a:rPr lang="en-US" sz="1600" dirty="0">
                <a:latin typeface="Calibri" panose="020F0502020204030204" pitchFamily="34" charset="0"/>
                <a:cs typeface="Calibri" panose="020F0502020204030204" pitchFamily="34" charset="0"/>
              </a:rPr>
              <a:t>Selection of right automation testing tool</a:t>
            </a:r>
            <a:r>
              <a:rPr lang="en-US" sz="1600" dirty="0" smtClean="0">
                <a:latin typeface="Calibri" panose="020F0502020204030204" pitchFamily="34" charset="0"/>
                <a:cs typeface="Calibri" panose="020F0502020204030204" pitchFamily="34" charset="0"/>
              </a:rPr>
              <a:t>.</a:t>
            </a:r>
          </a:p>
          <a:p>
            <a:pPr marL="342900" indent="-342900">
              <a:lnSpc>
                <a:spcPct val="200000"/>
              </a:lnSpc>
              <a:buClrTx/>
              <a:buFont typeface="Wingdings" panose="05000000000000000000" pitchFamily="2" charset="2"/>
              <a:buChar char="§"/>
            </a:pPr>
            <a:r>
              <a:rPr lang="en-US" sz="1600" dirty="0" smtClean="0">
                <a:latin typeface="Calibri" panose="020F0502020204030204" pitchFamily="34" charset="0"/>
                <a:cs typeface="Calibri" panose="020F0502020204030204" pitchFamily="34" charset="0"/>
              </a:rPr>
              <a:t>Automation Feasibility and Complexity.</a:t>
            </a:r>
            <a:endParaRPr lang="en-US" sz="1600" dirty="0">
              <a:latin typeface="Calibri" panose="020F0502020204030204" pitchFamily="34" charset="0"/>
              <a:cs typeface="Calibri" panose="020F0502020204030204" pitchFamily="34" charset="0"/>
            </a:endParaRPr>
          </a:p>
          <a:p>
            <a:pPr marL="342900" indent="-342900">
              <a:lnSpc>
                <a:spcPct val="200000"/>
              </a:lnSpc>
              <a:buClrTx/>
              <a:buFont typeface="Wingdings" panose="05000000000000000000" pitchFamily="2" charset="2"/>
              <a:buChar char="§"/>
            </a:pPr>
            <a:r>
              <a:rPr lang="en-US" sz="1600" dirty="0" smtClean="0">
                <a:latin typeface="Calibri" panose="020F0502020204030204" pitchFamily="34" charset="0"/>
                <a:cs typeface="Calibri" panose="020F0502020204030204" pitchFamily="34" charset="0"/>
              </a:rPr>
              <a:t>Identification of approach for a suitable </a:t>
            </a:r>
            <a:r>
              <a:rPr lang="en-US" sz="1600" dirty="0">
                <a:latin typeface="Calibri" panose="020F0502020204030204" pitchFamily="34" charset="0"/>
                <a:cs typeface="Calibri" panose="020F0502020204030204" pitchFamily="34" charset="0"/>
              </a:rPr>
              <a:t>and reusable framework for automation.</a:t>
            </a:r>
          </a:p>
        </p:txBody>
      </p:sp>
      <p:sp>
        <p:nvSpPr>
          <p:cNvPr id="9" name="Text Box 416"/>
          <p:cNvSpPr txBox="1">
            <a:spLocks noChangeArrowheads="1"/>
          </p:cNvSpPr>
          <p:nvPr/>
        </p:nvSpPr>
        <p:spPr bwMode="auto">
          <a:xfrm>
            <a:off x="24505" y="841226"/>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0" name="Text Box 415"/>
          <p:cNvSpPr txBox="1">
            <a:spLocks noChangeArrowheads="1"/>
          </p:cNvSpPr>
          <p:nvPr/>
        </p:nvSpPr>
        <p:spPr bwMode="auto">
          <a:xfrm>
            <a:off x="-20482" y="841226"/>
            <a:ext cx="2892270"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Previous Testing Model</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1" name="Text Box 416"/>
          <p:cNvSpPr txBox="1">
            <a:spLocks noChangeArrowheads="1"/>
          </p:cNvSpPr>
          <p:nvPr/>
        </p:nvSpPr>
        <p:spPr bwMode="auto">
          <a:xfrm>
            <a:off x="24505" y="4073699"/>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2" name="Text Box 415"/>
          <p:cNvSpPr txBox="1">
            <a:spLocks noChangeArrowheads="1"/>
          </p:cNvSpPr>
          <p:nvPr/>
        </p:nvSpPr>
        <p:spPr bwMode="auto">
          <a:xfrm>
            <a:off x="-20482" y="4073699"/>
            <a:ext cx="2892270"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Automation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Tree>
    <p:extLst>
      <p:ext uri="{BB962C8B-B14F-4D97-AF65-F5344CB8AC3E}">
        <p14:creationId xmlns:p14="http://schemas.microsoft.com/office/powerpoint/2010/main" val="1973590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3184"/>
            <a:ext cx="8166100" cy="461665"/>
          </a:xfrm>
        </p:spPr>
        <p:txBody>
          <a:bodyPr/>
          <a:lstStyle/>
          <a:p>
            <a:r>
              <a:rPr lang="en-US" sz="2400" dirty="0" smtClean="0">
                <a:solidFill>
                  <a:schemeClr val="tx1"/>
                </a:solidFill>
              </a:rPr>
              <a:t>TPM Regression Test Suite</a:t>
            </a:r>
            <a:endParaRPr lang="en-US" sz="2400" dirty="0">
              <a:solidFill>
                <a:schemeClr val="tx1"/>
              </a:solidFill>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1452424017"/>
              </p:ext>
            </p:extLst>
          </p:nvPr>
        </p:nvGraphicFramePr>
        <p:xfrm>
          <a:off x="4335600" y="885370"/>
          <a:ext cx="4532628" cy="5587093"/>
        </p:xfrm>
        <a:graphic>
          <a:graphicData uri="http://schemas.openxmlformats.org/presentationml/2006/ole">
            <mc:AlternateContent xmlns:mc="http://schemas.openxmlformats.org/markup-compatibility/2006">
              <mc:Choice xmlns:v="urn:schemas-microsoft-com:vml" Requires="v">
                <p:oleObj spid="_x0000_s1188" name="Visio" r:id="rId3" imgW="7349950" imgH="9064370" progId="Visio.Drawing.11">
                  <p:embed/>
                </p:oleObj>
              </mc:Choice>
              <mc:Fallback>
                <p:oleObj name="Visio" r:id="rId3" imgW="7349950" imgH="906437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5600" y="885370"/>
                        <a:ext cx="4532628" cy="5587093"/>
                      </a:xfrm>
                      <a:prstGeom prst="rect">
                        <a:avLst/>
                      </a:prstGeom>
                      <a:noFill/>
                    </p:spPr>
                  </p:pic>
                </p:oleObj>
              </mc:Fallback>
            </mc:AlternateContent>
          </a:graphicData>
        </a:graphic>
      </p:graphicFrame>
      <p:sp>
        <p:nvSpPr>
          <p:cNvPr id="9" name="Rectangle 8"/>
          <p:cNvSpPr/>
          <p:nvPr/>
        </p:nvSpPr>
        <p:spPr>
          <a:xfrm>
            <a:off x="181429" y="1203650"/>
            <a:ext cx="4042228" cy="1754326"/>
          </a:xfrm>
          <a:prstGeom prst="rect">
            <a:avLst/>
          </a:prstGeom>
        </p:spPr>
        <p:txBody>
          <a:bodyPr wrap="square">
            <a:spAutoFit/>
          </a:bodyPr>
          <a:lstStyle/>
          <a:p>
            <a:pPr marL="342900" lvl="1" indent="-342900" algn="just">
              <a:buFont typeface="Wingdings" panose="05000000000000000000" pitchFamily="2" charset="2"/>
              <a:buChar char="§"/>
            </a:pPr>
            <a:r>
              <a:rPr lang="en-IN" sz="1200" dirty="0" smtClean="0">
                <a:latin typeface="Calibri" panose="020F0502020204030204" pitchFamily="34" charset="0"/>
                <a:cs typeface="Calibri" panose="020F0502020204030204" pitchFamily="34" charset="0"/>
              </a:rPr>
              <a:t>TPM Regression test suite started with 210 scenarios. The coverage has been constantly updated based on feedback from teams across TPM and other build project changes.</a:t>
            </a:r>
          </a:p>
          <a:p>
            <a:pPr marL="342900" lvl="1" indent="-342900" algn="just">
              <a:buFont typeface="Wingdings" panose="05000000000000000000" pitchFamily="2" charset="2"/>
              <a:buChar char="§"/>
            </a:pPr>
            <a:r>
              <a:rPr lang="en-IN" sz="1200" dirty="0" smtClean="0">
                <a:latin typeface="Calibri" panose="020F0502020204030204" pitchFamily="34" charset="0"/>
                <a:cs typeface="Calibri" panose="020F0502020204030204" pitchFamily="34" charset="0"/>
              </a:rPr>
              <a:t>Currently the TPM Automation test suite  has 420 scripts and increasing</a:t>
            </a:r>
            <a:endParaRPr lang="en-IN" sz="1200" dirty="0">
              <a:latin typeface="Calibri" panose="020F0502020204030204" pitchFamily="34" charset="0"/>
              <a:cs typeface="Calibri" panose="020F0502020204030204" pitchFamily="34" charset="0"/>
            </a:endParaRPr>
          </a:p>
          <a:p>
            <a:pPr marL="342900" lvl="1" indent="-342900" algn="just">
              <a:buFont typeface="Wingdings" panose="05000000000000000000" pitchFamily="2" charset="2"/>
              <a:buChar char="§"/>
            </a:pPr>
            <a:r>
              <a:rPr lang="en-IN" sz="1200" dirty="0" smtClean="0">
                <a:latin typeface="Calibri" panose="020F0502020204030204" pitchFamily="34" charset="0"/>
                <a:cs typeface="Calibri" panose="020F0502020204030204" pitchFamily="34" charset="0"/>
              </a:rPr>
              <a:t>Apart from TPM Functional releases, the TPM Regression test suite has been leveraged in TPM weekly releases and multiple build projects</a:t>
            </a:r>
            <a:endParaRPr lang="en-IN" sz="1200" dirty="0">
              <a:latin typeface="Calibri" panose="020F0502020204030204" pitchFamily="34" charset="0"/>
              <a:cs typeface="Calibri" panose="020F0502020204030204"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1374201625"/>
              </p:ext>
            </p:extLst>
          </p:nvPr>
        </p:nvGraphicFramePr>
        <p:xfrm>
          <a:off x="181429" y="5574555"/>
          <a:ext cx="4047671" cy="734501"/>
        </p:xfrm>
        <a:graphic>
          <a:graphicData uri="http://schemas.openxmlformats.org/drawingml/2006/table">
            <a:tbl>
              <a:tblPr firstRow="1" firstCol="1" bandRow="1"/>
              <a:tblGrid>
                <a:gridCol w="3184071"/>
                <a:gridCol w="863600"/>
              </a:tblGrid>
              <a:tr h="216976">
                <a:tc>
                  <a:txBody>
                    <a:bodyPr/>
                    <a:lstStyle/>
                    <a:p>
                      <a:pPr algn="ctr" rtl="0" fontAlgn="ctr"/>
                      <a:r>
                        <a:rPr lang="en-US" sz="1000" b="1" i="0" u="none" strike="noStrike" dirty="0" smtClean="0">
                          <a:solidFill>
                            <a:srgbClr val="FFFFFF"/>
                          </a:solidFill>
                          <a:effectLst/>
                          <a:latin typeface="Arial"/>
                        </a:rPr>
                        <a:t>ROI </a:t>
                      </a:r>
                      <a:r>
                        <a:rPr lang="en-US" sz="1000" b="1" i="0" u="none" strike="noStrike" dirty="0">
                          <a:solidFill>
                            <a:srgbClr val="FFFFFF"/>
                          </a:solidFill>
                          <a:effectLst/>
                          <a:latin typeface="Arial"/>
                        </a:rPr>
                        <a:t>to CAH due to TPM Automation </a:t>
                      </a:r>
                      <a:r>
                        <a:rPr lang="en-US" sz="1000" b="1" i="0" u="none" strike="noStrike" baseline="0" dirty="0" smtClean="0">
                          <a:solidFill>
                            <a:srgbClr val="FFFFFF"/>
                          </a:solidFill>
                          <a:effectLst/>
                          <a:latin typeface="Arial"/>
                        </a:rPr>
                        <a:t> </a:t>
                      </a:r>
                      <a:r>
                        <a:rPr lang="en-US" sz="1000" b="1" i="0" u="none" strike="noStrike" dirty="0" smtClean="0">
                          <a:solidFill>
                            <a:srgbClr val="FFFFFF"/>
                          </a:solidFill>
                          <a:effectLst/>
                          <a:latin typeface="Arial"/>
                        </a:rPr>
                        <a:t>(</a:t>
                      </a:r>
                      <a:r>
                        <a:rPr lang="en-US" sz="1000" b="1" i="0" u="none" strike="noStrike" dirty="0">
                          <a:solidFill>
                            <a:srgbClr val="FFFFFF"/>
                          </a:solidFill>
                          <a:effectLst/>
                          <a:latin typeface="Arial"/>
                        </a:rPr>
                        <a:t>FY 14 – FY 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78"/>
                    </a:solidFill>
                  </a:tcPr>
                </a:tc>
                <a:tc>
                  <a:txBody>
                    <a:bodyPr/>
                    <a:lstStyle/>
                    <a:p>
                      <a:pPr algn="ctr" rtl="0" fontAlgn="ctr"/>
                      <a:r>
                        <a:rPr lang="en-US" sz="1000" b="1" i="0" u="none" strike="noStrike" dirty="0">
                          <a:solidFill>
                            <a:srgbClr val="FFFFFF"/>
                          </a:solidFill>
                          <a:effectLst/>
                          <a:latin typeface="Arial"/>
                        </a:rPr>
                        <a:t>453,379 USD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78"/>
                    </a:solidFill>
                  </a:tcPr>
                </a:tc>
              </a:tr>
              <a:tr h="203200">
                <a:tc>
                  <a:txBody>
                    <a:bodyPr/>
                    <a:lstStyle/>
                    <a:p>
                      <a:pPr algn="ctr" rtl="0" fontAlgn="ctr"/>
                      <a:r>
                        <a:rPr lang="en-US" sz="1000" b="0" i="0" u="none" strike="noStrike" dirty="0" smtClean="0">
                          <a:solidFill>
                            <a:srgbClr val="000000"/>
                          </a:solidFill>
                          <a:effectLst/>
                          <a:latin typeface="Arial"/>
                        </a:rPr>
                        <a:t>Savings </a:t>
                      </a:r>
                      <a:r>
                        <a:rPr lang="en-US" sz="1000" b="0" i="0" u="none" strike="noStrike" dirty="0">
                          <a:solidFill>
                            <a:srgbClr val="000000"/>
                          </a:solidFill>
                          <a:effectLst/>
                          <a:latin typeface="Arial"/>
                        </a:rPr>
                        <a:t>due to TPM Functional Releases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Arial"/>
                        </a:rPr>
                        <a:t>279,029 USD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1300">
                <a:tc>
                  <a:txBody>
                    <a:bodyPr/>
                    <a:lstStyle/>
                    <a:p>
                      <a:pPr algn="ctr" rtl="0" fontAlgn="ctr"/>
                      <a:r>
                        <a:rPr lang="en-US" sz="1000" b="0" i="0" u="none" strike="noStrike" dirty="0" smtClean="0">
                          <a:solidFill>
                            <a:srgbClr val="000000"/>
                          </a:solidFill>
                          <a:effectLst/>
                          <a:latin typeface="Arial"/>
                        </a:rPr>
                        <a:t>Savings </a:t>
                      </a:r>
                      <a:r>
                        <a:rPr lang="en-US" sz="1000" b="0" i="0" u="none" strike="noStrike" dirty="0">
                          <a:solidFill>
                            <a:srgbClr val="000000"/>
                          </a:solidFill>
                          <a:effectLst/>
                          <a:latin typeface="Arial"/>
                        </a:rPr>
                        <a:t>due to leveraging Automation in other Build projects in and around TPM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Arial"/>
                        </a:rPr>
                        <a:t>174,350 USD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5" name="Rectangle 14"/>
          <p:cNvSpPr/>
          <p:nvPr/>
        </p:nvSpPr>
        <p:spPr>
          <a:xfrm>
            <a:off x="181429" y="3471580"/>
            <a:ext cx="4042228" cy="1954381"/>
          </a:xfrm>
          <a:prstGeom prst="rect">
            <a:avLst/>
          </a:prstGeom>
        </p:spPr>
        <p:txBody>
          <a:bodyPr wrap="square">
            <a:spAutoFit/>
          </a:bodyPr>
          <a:lstStyle/>
          <a:p>
            <a:pPr marL="342900" lvl="1" indent="-342900" algn="just" fontAlgn="base">
              <a:spcBef>
                <a:spcPts val="300"/>
              </a:spcBef>
              <a:spcAft>
                <a:spcPts val="300"/>
              </a:spcAft>
              <a:buFont typeface="Wingdings" panose="05000000000000000000" pitchFamily="2" charset="2"/>
              <a:buChar char="§"/>
            </a:pPr>
            <a:r>
              <a:rPr lang="en-US" sz="1200" dirty="0">
                <a:latin typeface="Calibri" panose="020F0502020204030204" pitchFamily="34" charset="0"/>
                <a:cs typeface="Calibri" panose="020F0502020204030204" pitchFamily="34" charset="0"/>
              </a:rPr>
              <a:t>Effort Reduction for Regression Testing  by  60%</a:t>
            </a:r>
          </a:p>
          <a:p>
            <a:pPr marL="342900" lvl="1" indent="-342900" algn="just" fontAlgn="base">
              <a:spcBef>
                <a:spcPts val="300"/>
              </a:spcBef>
              <a:spcAft>
                <a:spcPts val="300"/>
              </a:spcAft>
              <a:buFont typeface="Wingdings" panose="05000000000000000000" pitchFamily="2" charset="2"/>
              <a:buChar char="§"/>
            </a:pPr>
            <a:r>
              <a:rPr lang="en-US" sz="1200" dirty="0">
                <a:latin typeface="Calibri" panose="020F0502020204030204" pitchFamily="34" charset="0"/>
                <a:cs typeface="Calibri" panose="020F0502020204030204" pitchFamily="34" charset="0"/>
              </a:rPr>
              <a:t>Cycle Time Reduced from 5 days to 2 days</a:t>
            </a:r>
          </a:p>
          <a:p>
            <a:pPr marL="342900" lvl="1" indent="-342900" algn="just" fontAlgn="base">
              <a:spcBef>
                <a:spcPts val="300"/>
              </a:spcBef>
              <a:spcAft>
                <a:spcPts val="300"/>
              </a:spcAft>
              <a:buFont typeface="Wingdings" panose="05000000000000000000" pitchFamily="2" charset="2"/>
              <a:buChar char="§"/>
            </a:pPr>
            <a:r>
              <a:rPr lang="en-US" sz="1200" dirty="0">
                <a:latin typeface="Calibri" panose="020F0502020204030204" pitchFamily="34" charset="0"/>
                <a:cs typeface="Calibri" panose="020F0502020204030204" pitchFamily="34" charset="0"/>
              </a:rPr>
              <a:t>Test Coverage </a:t>
            </a:r>
            <a:r>
              <a:rPr lang="en-US" sz="1200" dirty="0" smtClean="0">
                <a:latin typeface="Calibri" panose="020F0502020204030204" pitchFamily="34" charset="0"/>
                <a:cs typeface="Calibri" panose="020F0502020204030204" pitchFamily="34" charset="0"/>
              </a:rPr>
              <a:t>by 70% of Total Functionality</a:t>
            </a:r>
            <a:endParaRPr lang="en-US" sz="1200" dirty="0">
              <a:latin typeface="Calibri" panose="020F0502020204030204" pitchFamily="34" charset="0"/>
              <a:cs typeface="Calibri" panose="020F0502020204030204" pitchFamily="34" charset="0"/>
            </a:endParaRPr>
          </a:p>
          <a:p>
            <a:pPr marL="342900" lvl="1" indent="-342900" algn="just" fontAlgn="base">
              <a:spcBef>
                <a:spcPts val="300"/>
              </a:spcBef>
              <a:spcAft>
                <a:spcPts val="300"/>
              </a:spcAft>
              <a:buFont typeface="Wingdings" panose="05000000000000000000" pitchFamily="2" charset="2"/>
              <a:buChar char="§"/>
            </a:pPr>
            <a:r>
              <a:rPr lang="en-US" sz="1200" dirty="0">
                <a:latin typeface="Calibri" panose="020F0502020204030204" pitchFamily="34" charset="0"/>
                <a:cs typeface="Calibri" panose="020F0502020204030204" pitchFamily="34" charset="0"/>
              </a:rPr>
              <a:t>Improved Testing Quality and Test documentation</a:t>
            </a:r>
          </a:p>
          <a:p>
            <a:pPr marL="342900" lvl="1" indent="-342900" algn="just" fontAlgn="base">
              <a:spcBef>
                <a:spcPts val="300"/>
              </a:spcBef>
              <a:spcAft>
                <a:spcPts val="300"/>
              </a:spcAft>
              <a:buFont typeface="Wingdings" panose="05000000000000000000" pitchFamily="2" charset="2"/>
              <a:buChar char="§"/>
            </a:pPr>
            <a:r>
              <a:rPr lang="en-US" sz="1200" dirty="0">
                <a:latin typeface="Calibri" panose="020F0502020204030204" pitchFamily="34" charset="0"/>
                <a:cs typeface="Calibri" panose="020F0502020204030204" pitchFamily="34" charset="0"/>
              </a:rPr>
              <a:t>BPT Based Automation Framework leading to Component reusability and reduction in Test Script preparation effort</a:t>
            </a:r>
          </a:p>
          <a:p>
            <a:pPr marL="342900" lvl="1" indent="-342900" algn="just" fontAlgn="base">
              <a:spcBef>
                <a:spcPts val="300"/>
              </a:spcBef>
              <a:spcAft>
                <a:spcPts val="300"/>
              </a:spcAft>
              <a:buFont typeface="Wingdings" panose="05000000000000000000" pitchFamily="2" charset="2"/>
              <a:buChar char="§"/>
            </a:pPr>
            <a:r>
              <a:rPr lang="en-US" sz="1200" dirty="0">
                <a:latin typeface="Calibri" panose="020F0502020204030204" pitchFamily="34" charset="0"/>
                <a:cs typeface="Calibri" panose="020F0502020204030204" pitchFamily="34" charset="0"/>
              </a:rPr>
              <a:t>Leverage Automation testing in other build projects</a:t>
            </a:r>
          </a:p>
        </p:txBody>
      </p:sp>
      <p:sp>
        <p:nvSpPr>
          <p:cNvPr id="11" name="Text Box 416"/>
          <p:cNvSpPr txBox="1">
            <a:spLocks noChangeArrowheads="1"/>
          </p:cNvSpPr>
          <p:nvPr/>
        </p:nvSpPr>
        <p:spPr bwMode="auto">
          <a:xfrm>
            <a:off x="24504" y="803443"/>
            <a:ext cx="4199153"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3" name="Text Box 416"/>
          <p:cNvSpPr txBox="1">
            <a:spLocks noChangeArrowheads="1"/>
          </p:cNvSpPr>
          <p:nvPr/>
        </p:nvSpPr>
        <p:spPr bwMode="auto">
          <a:xfrm>
            <a:off x="24506" y="3030708"/>
            <a:ext cx="4199152"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6" name="Text Box 415"/>
          <p:cNvSpPr txBox="1">
            <a:spLocks noChangeArrowheads="1"/>
          </p:cNvSpPr>
          <p:nvPr/>
        </p:nvSpPr>
        <p:spPr bwMode="auto">
          <a:xfrm>
            <a:off x="-20482" y="3030708"/>
            <a:ext cx="1366154"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Benefits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7" name="Text Box 415"/>
          <p:cNvSpPr txBox="1">
            <a:spLocks noChangeArrowheads="1"/>
          </p:cNvSpPr>
          <p:nvPr/>
        </p:nvSpPr>
        <p:spPr bwMode="auto">
          <a:xfrm>
            <a:off x="-20483" y="788090"/>
            <a:ext cx="1649257"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Current State</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Tree>
    <p:extLst>
      <p:ext uri="{BB962C8B-B14F-4D97-AF65-F5344CB8AC3E}">
        <p14:creationId xmlns:p14="http://schemas.microsoft.com/office/powerpoint/2010/main" val="17973170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3184"/>
            <a:ext cx="8166100" cy="461665"/>
          </a:xfrm>
        </p:spPr>
        <p:txBody>
          <a:bodyPr/>
          <a:lstStyle/>
          <a:p>
            <a:r>
              <a:rPr lang="en-US" sz="2400" dirty="0" smtClean="0">
                <a:solidFill>
                  <a:schemeClr val="tx1"/>
                </a:solidFill>
              </a:rPr>
              <a:t>Looking Ahead</a:t>
            </a:r>
            <a:endParaRPr lang="en-US" sz="2400" dirty="0">
              <a:solidFill>
                <a:schemeClr val="tx1"/>
              </a:solidFill>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3" name="Picture 12" descr="pic2.jp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5193871" y="1189911"/>
            <a:ext cx="3713162" cy="2051050"/>
          </a:xfrm>
          <a:prstGeom prst="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spPr>
      </p:pic>
      <p:sp>
        <p:nvSpPr>
          <p:cNvPr id="14" name="Rectangle 13"/>
          <p:cNvSpPr/>
          <p:nvPr/>
        </p:nvSpPr>
        <p:spPr>
          <a:xfrm>
            <a:off x="304800" y="1326592"/>
            <a:ext cx="4572000" cy="1384995"/>
          </a:xfrm>
          <a:prstGeom prst="rect">
            <a:avLst/>
          </a:prstGeom>
        </p:spPr>
        <p:txBody>
          <a:bodyPr>
            <a:spAutoFit/>
          </a:bodyPr>
          <a:lstStyle/>
          <a:p>
            <a:pPr algn="just"/>
            <a:r>
              <a:rPr lang="en-US" sz="1200" dirty="0"/>
              <a:t>Test scope identification is the important activity which helps to determine time and effort required to perform testing </a:t>
            </a:r>
            <a:r>
              <a:rPr lang="en-US" sz="1200" dirty="0" smtClean="0"/>
              <a:t>for Application changes including: -</a:t>
            </a:r>
            <a:endParaRPr lang="en-US" sz="1200" dirty="0"/>
          </a:p>
          <a:p>
            <a:pPr lvl="0" algn="just" fontAlgn="base"/>
            <a:endParaRPr lang="en-US" sz="1200" dirty="0" smtClean="0"/>
          </a:p>
          <a:p>
            <a:pPr marL="171450" lvl="0" indent="-171450" algn="just" fontAlgn="base">
              <a:buFont typeface="Wingdings" panose="05000000000000000000" pitchFamily="2" charset="2"/>
              <a:buChar char="§"/>
            </a:pPr>
            <a:r>
              <a:rPr lang="en-US" sz="1200" dirty="0" smtClean="0"/>
              <a:t>Maintenance </a:t>
            </a:r>
            <a:r>
              <a:rPr lang="en-US" sz="1200" dirty="0"/>
              <a:t>or Enhancement to SAP support packages</a:t>
            </a:r>
          </a:p>
          <a:p>
            <a:pPr marL="171450" lvl="0" indent="-171450" algn="just" fontAlgn="base">
              <a:buFont typeface="Wingdings" panose="05000000000000000000" pitchFamily="2" charset="2"/>
              <a:buChar char="§"/>
            </a:pPr>
            <a:r>
              <a:rPr lang="en-US" sz="1200" dirty="0"/>
              <a:t>Configuration changes</a:t>
            </a:r>
          </a:p>
          <a:p>
            <a:pPr marL="171450" lvl="0" indent="-171450" algn="just" fontAlgn="base">
              <a:buFont typeface="Wingdings" panose="05000000000000000000" pitchFamily="2" charset="2"/>
              <a:buChar char="§"/>
            </a:pPr>
            <a:r>
              <a:rPr lang="en-US" sz="1200" dirty="0"/>
              <a:t>Custom developments, etc.</a:t>
            </a:r>
          </a:p>
        </p:txBody>
      </p:sp>
      <p:graphicFrame>
        <p:nvGraphicFramePr>
          <p:cNvPr id="16" name="Diagram 15"/>
          <p:cNvGraphicFramePr/>
          <p:nvPr>
            <p:extLst>
              <p:ext uri="{D42A27DB-BD31-4B8C-83A1-F6EECF244321}">
                <p14:modId xmlns:p14="http://schemas.microsoft.com/office/powerpoint/2010/main" val="3874015301"/>
              </p:ext>
            </p:extLst>
          </p:nvPr>
        </p:nvGraphicFramePr>
        <p:xfrm>
          <a:off x="5522126" y="3712713"/>
          <a:ext cx="3174998" cy="23960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7" name="TextBox 16"/>
          <p:cNvSpPr txBox="1"/>
          <p:nvPr/>
        </p:nvSpPr>
        <p:spPr>
          <a:xfrm>
            <a:off x="5546674" y="3355938"/>
            <a:ext cx="3007555" cy="26161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spPr>
        <p:style>
          <a:lnRef idx="1">
            <a:schemeClr val="dk1"/>
          </a:lnRef>
          <a:fillRef idx="2">
            <a:schemeClr val="dk1"/>
          </a:fillRef>
          <a:effectRef idx="1">
            <a:schemeClr val="dk1"/>
          </a:effectRef>
          <a:fontRef idx="minor">
            <a:schemeClr val="dk1"/>
          </a:fontRef>
        </p:style>
        <p:txBody>
          <a:bodyPr wrap="none" rtlCol="0">
            <a:spAutoFit/>
          </a:bodyPr>
          <a:lstStyle>
            <a:defPPr>
              <a:defRPr lang="en-US"/>
            </a:defPPr>
            <a:lvl1pPr>
              <a:defRPr sz="1100">
                <a:solidFill>
                  <a:schemeClr val="bg1"/>
                </a:solidFill>
              </a:defRPr>
            </a:lvl1pPr>
          </a:lstStyle>
          <a:p>
            <a:r>
              <a:rPr lang="en-US" dirty="0"/>
              <a:t>Business Process Mapping Readiness status</a:t>
            </a:r>
          </a:p>
        </p:txBody>
      </p:sp>
      <p:sp>
        <p:nvSpPr>
          <p:cNvPr id="18" name="Rectangle 17"/>
          <p:cNvSpPr/>
          <p:nvPr/>
        </p:nvSpPr>
        <p:spPr>
          <a:xfrm>
            <a:off x="7161837" y="6170223"/>
            <a:ext cx="379043" cy="200280"/>
          </a:xfrm>
          <a:prstGeom prst="rect">
            <a:avLst/>
          </a:prstGeom>
          <a:gradFill>
            <a:gsLst>
              <a:gs pos="0">
                <a:schemeClr val="accent1">
                  <a:shade val="51000"/>
                  <a:satMod val="130000"/>
                  <a:alpha val="46000"/>
                </a:schemeClr>
              </a:gs>
              <a:gs pos="80000">
                <a:schemeClr val="accent1">
                  <a:shade val="93000"/>
                  <a:satMod val="130000"/>
                  <a:alpha val="48000"/>
                </a:schemeClr>
              </a:gs>
              <a:gs pos="100000">
                <a:schemeClr val="accent1">
                  <a:shade val="94000"/>
                  <a:satMod val="135000"/>
                  <a:alpha val="52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049" name="Picture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4308576"/>
            <a:ext cx="38576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Rectangle 23"/>
          <p:cNvSpPr/>
          <p:nvPr/>
        </p:nvSpPr>
        <p:spPr>
          <a:xfrm>
            <a:off x="292099" y="3331022"/>
            <a:ext cx="4572000" cy="830997"/>
          </a:xfrm>
          <a:prstGeom prst="rect">
            <a:avLst/>
          </a:prstGeom>
        </p:spPr>
        <p:txBody>
          <a:bodyPr>
            <a:spAutoFit/>
          </a:bodyPr>
          <a:lstStyle/>
          <a:p>
            <a:pPr algn="just"/>
            <a:r>
              <a:rPr lang="en-US" sz="1200" dirty="0" smtClean="0"/>
              <a:t>Targeted Testing is a key implementation Planned for TPM Regression testing with the help of Business Process Change Analyzer to capture and Validate impacted areas due to a change made to the application</a:t>
            </a:r>
            <a:endParaRPr lang="en-US" sz="1200" dirty="0"/>
          </a:p>
        </p:txBody>
      </p:sp>
      <p:sp>
        <p:nvSpPr>
          <p:cNvPr id="26" name="TextBox 25"/>
          <p:cNvSpPr txBox="1"/>
          <p:nvPr/>
        </p:nvSpPr>
        <p:spPr>
          <a:xfrm>
            <a:off x="5717900" y="928301"/>
            <a:ext cx="2525050" cy="26161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spPr>
        <p:style>
          <a:lnRef idx="1">
            <a:schemeClr val="dk1"/>
          </a:lnRef>
          <a:fillRef idx="2">
            <a:schemeClr val="dk1"/>
          </a:fillRef>
          <a:effectRef idx="1">
            <a:schemeClr val="dk1"/>
          </a:effectRef>
          <a:fontRef idx="minor">
            <a:schemeClr val="dk1"/>
          </a:fontRef>
        </p:style>
        <p:txBody>
          <a:bodyPr wrap="none" rtlCol="0">
            <a:spAutoFit/>
          </a:bodyPr>
          <a:lstStyle>
            <a:defPPr>
              <a:defRPr lang="en-US"/>
            </a:defPPr>
            <a:lvl1pPr>
              <a:defRPr sz="1400">
                <a:solidFill>
                  <a:schemeClr val="tx1">
                    <a:lumMod val="50000"/>
                    <a:lumOff val="50000"/>
                  </a:schemeClr>
                </a:solidFill>
              </a:defRPr>
            </a:lvl1pPr>
          </a:lstStyle>
          <a:p>
            <a:r>
              <a:rPr lang="en-US" sz="1100" dirty="0">
                <a:solidFill>
                  <a:schemeClr val="bg1"/>
                </a:solidFill>
              </a:rPr>
              <a:t>S</a:t>
            </a:r>
            <a:r>
              <a:rPr lang="en-US" sz="1100" dirty="0" smtClean="0">
                <a:solidFill>
                  <a:schemeClr val="bg1"/>
                </a:solidFill>
              </a:rPr>
              <a:t>tandard </a:t>
            </a:r>
            <a:r>
              <a:rPr lang="en-US" sz="1100" dirty="0">
                <a:solidFill>
                  <a:schemeClr val="bg1"/>
                </a:solidFill>
              </a:rPr>
              <a:t>test management </a:t>
            </a:r>
            <a:r>
              <a:rPr lang="en-US" sz="1100" dirty="0" smtClean="0">
                <a:solidFill>
                  <a:schemeClr val="bg1"/>
                </a:solidFill>
              </a:rPr>
              <a:t>Approach</a:t>
            </a:r>
            <a:endParaRPr lang="en-US" sz="1100" dirty="0">
              <a:solidFill>
                <a:schemeClr val="bg1"/>
              </a:solidFill>
            </a:endParaRPr>
          </a:p>
        </p:txBody>
      </p:sp>
      <p:sp>
        <p:nvSpPr>
          <p:cNvPr id="25" name="TextBox 24"/>
          <p:cNvSpPr txBox="1"/>
          <p:nvPr/>
        </p:nvSpPr>
        <p:spPr>
          <a:xfrm>
            <a:off x="7540880" y="6139558"/>
            <a:ext cx="952505" cy="261610"/>
          </a:xfrm>
          <a:prstGeom prst="rect">
            <a:avLst/>
          </a:prstGeom>
          <a:noFill/>
        </p:spPr>
        <p:txBody>
          <a:bodyPr wrap="none" rtlCol="0">
            <a:spAutoFit/>
          </a:bodyPr>
          <a:lstStyle/>
          <a:p>
            <a:r>
              <a:rPr lang="en-US" sz="1100" i="1" dirty="0" smtClean="0">
                <a:solidFill>
                  <a:schemeClr val="tx1">
                    <a:lumMod val="50000"/>
                    <a:lumOff val="50000"/>
                  </a:schemeClr>
                </a:solidFill>
              </a:rPr>
              <a:t>- Completed</a:t>
            </a:r>
          </a:p>
        </p:txBody>
      </p:sp>
      <p:sp>
        <p:nvSpPr>
          <p:cNvPr id="20" name="Text Box 416"/>
          <p:cNvSpPr txBox="1">
            <a:spLocks noChangeArrowheads="1"/>
          </p:cNvSpPr>
          <p:nvPr/>
        </p:nvSpPr>
        <p:spPr bwMode="auto">
          <a:xfrm>
            <a:off x="24504" y="803443"/>
            <a:ext cx="4983623"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21" name="Text Box 415"/>
          <p:cNvSpPr txBox="1">
            <a:spLocks noChangeArrowheads="1"/>
          </p:cNvSpPr>
          <p:nvPr/>
        </p:nvSpPr>
        <p:spPr bwMode="auto">
          <a:xfrm>
            <a:off x="-20483" y="788090"/>
            <a:ext cx="2181880"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Targeted Testing</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22" name="Text Box 416"/>
          <p:cNvSpPr txBox="1">
            <a:spLocks noChangeArrowheads="1"/>
          </p:cNvSpPr>
          <p:nvPr/>
        </p:nvSpPr>
        <p:spPr bwMode="auto">
          <a:xfrm>
            <a:off x="69492" y="2788531"/>
            <a:ext cx="4938635"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23" name="Text Box 415"/>
          <p:cNvSpPr txBox="1">
            <a:spLocks noChangeArrowheads="1"/>
          </p:cNvSpPr>
          <p:nvPr/>
        </p:nvSpPr>
        <p:spPr bwMode="auto">
          <a:xfrm>
            <a:off x="24504" y="2773178"/>
            <a:ext cx="2575821"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High Level Roadmap</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Tree>
    <p:extLst>
      <p:ext uri="{BB962C8B-B14F-4D97-AF65-F5344CB8AC3E}">
        <p14:creationId xmlns:p14="http://schemas.microsoft.com/office/powerpoint/2010/main" val="221956138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lstStyle/>
          <a:p>
            <a:r>
              <a:rPr lang="en-US" dirty="0" smtClean="0"/>
              <a:t>PDSC AUTOMATION</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9483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p:cNvSpPr/>
          <p:nvPr/>
        </p:nvSpPr>
        <p:spPr>
          <a:xfrm>
            <a:off x="0" y="3217989"/>
            <a:ext cx="9144000" cy="162446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9" name="Picture 88"/>
          <p:cNvPicPr>
            <a:picLocks noChangeAspect="1"/>
          </p:cNvPicPr>
          <p:nvPr/>
        </p:nvPicPr>
        <p:blipFill rotWithShape="1">
          <a:blip r:embed="rId2"/>
          <a:srcRect t="14091"/>
          <a:stretch/>
        </p:blipFill>
        <p:spPr>
          <a:xfrm>
            <a:off x="0" y="1976914"/>
            <a:ext cx="9144000" cy="1241075"/>
          </a:xfrm>
          <a:prstGeom prst="rect">
            <a:avLst/>
          </a:prstGeom>
        </p:spPr>
      </p:pic>
      <p:pic>
        <p:nvPicPr>
          <p:cNvPr id="88" name="Picture 87"/>
          <p:cNvPicPr>
            <a:picLocks noChangeAspect="1"/>
          </p:cNvPicPr>
          <p:nvPr/>
        </p:nvPicPr>
        <p:blipFill rotWithShape="1">
          <a:blip r:embed="rId3"/>
          <a:srcRect t="15050"/>
          <a:stretch/>
        </p:blipFill>
        <p:spPr>
          <a:xfrm>
            <a:off x="-7868" y="1429558"/>
            <a:ext cx="9151867" cy="907007"/>
          </a:xfrm>
          <a:prstGeom prst="rect">
            <a:avLst/>
          </a:prstGeom>
        </p:spPr>
      </p:pic>
      <p:sp>
        <p:nvSpPr>
          <p:cNvPr id="113" name="Rectangle 112"/>
          <p:cNvSpPr/>
          <p:nvPr/>
        </p:nvSpPr>
        <p:spPr>
          <a:xfrm>
            <a:off x="2201233" y="3641258"/>
            <a:ext cx="996696" cy="351686"/>
          </a:xfrm>
          <a:prstGeom prst="rect">
            <a:avLst/>
          </a:prstGeom>
          <a:solidFill>
            <a:schemeClr val="tx2">
              <a:lumMod val="75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00" b="1" dirty="0" smtClean="0">
                <a:solidFill>
                  <a:schemeClr val="bg1"/>
                </a:solidFill>
              </a:rPr>
              <a:t>PDSC</a:t>
            </a:r>
          </a:p>
          <a:p>
            <a:pPr algn="ctr"/>
            <a:r>
              <a:rPr lang="en-US" sz="700" b="1" dirty="0" smtClean="0">
                <a:solidFill>
                  <a:schemeClr val="bg1"/>
                </a:solidFill>
              </a:rPr>
              <a:t>Regression Execution</a:t>
            </a:r>
            <a:endParaRPr lang="en-US" sz="700" b="1" dirty="0">
              <a:solidFill>
                <a:schemeClr val="bg1"/>
              </a:solidFill>
            </a:endParaRPr>
          </a:p>
        </p:txBody>
      </p:sp>
      <p:cxnSp>
        <p:nvCxnSpPr>
          <p:cNvPr id="176" name="Straight Connector 175"/>
          <p:cNvCxnSpPr/>
          <p:nvPr/>
        </p:nvCxnSpPr>
        <p:spPr>
          <a:xfrm flipH="1">
            <a:off x="6082049" y="1720689"/>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flipH="1">
            <a:off x="3185716" y="1690589"/>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flipH="1">
            <a:off x="4550260" y="1690589"/>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flipH="1">
            <a:off x="7586686" y="1700344"/>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1082075"/>
            <a:ext cx="2542148" cy="437882"/>
          </a:xfrm>
          <a:prstGeom prst="rect">
            <a:avLst/>
          </a:prstGeom>
          <a:solidFill>
            <a:schemeClr val="bg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2015</a:t>
            </a:r>
            <a:endParaRPr lang="en-US" dirty="0"/>
          </a:p>
        </p:txBody>
      </p:sp>
      <p:sp>
        <p:nvSpPr>
          <p:cNvPr id="65" name="Rectangle 64"/>
          <p:cNvSpPr/>
          <p:nvPr/>
        </p:nvSpPr>
        <p:spPr>
          <a:xfrm>
            <a:off x="2542148" y="1078966"/>
            <a:ext cx="6073818" cy="437882"/>
          </a:xfrm>
          <a:prstGeom prst="rect">
            <a:avLst/>
          </a:prstGeom>
          <a:solidFill>
            <a:schemeClr val="accent4">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2016</a:t>
            </a:r>
            <a:endParaRPr lang="en-US" dirty="0"/>
          </a:p>
        </p:txBody>
      </p:sp>
      <p:sp>
        <p:nvSpPr>
          <p:cNvPr id="66" name="Rectangle 65"/>
          <p:cNvSpPr/>
          <p:nvPr/>
        </p:nvSpPr>
        <p:spPr>
          <a:xfrm>
            <a:off x="8628845" y="1078966"/>
            <a:ext cx="515154" cy="437882"/>
          </a:xfrm>
          <a:prstGeom prst="rect">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t>2017</a:t>
            </a:r>
            <a:endParaRPr lang="en-US" dirty="0"/>
          </a:p>
        </p:txBody>
      </p:sp>
      <p:cxnSp>
        <p:nvCxnSpPr>
          <p:cNvPr id="67" name="Straight Connector 66"/>
          <p:cNvCxnSpPr/>
          <p:nvPr/>
        </p:nvCxnSpPr>
        <p:spPr>
          <a:xfrm flipH="1">
            <a:off x="3698108" y="1688444"/>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flipH="1">
            <a:off x="5061524" y="1675713"/>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flipH="1">
            <a:off x="6593846" y="1720689"/>
            <a:ext cx="14704" cy="1984248"/>
          </a:xfrm>
          <a:prstGeom prst="line">
            <a:avLst/>
          </a:prstGeom>
          <a:ln w="19050">
            <a:solidFill>
              <a:schemeClr val="bg2">
                <a:lumMod val="75000"/>
              </a:schemeClr>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1" name="Title 1"/>
          <p:cNvSpPr>
            <a:spLocks noGrp="1"/>
          </p:cNvSpPr>
          <p:nvPr>
            <p:ph type="title"/>
          </p:nvPr>
        </p:nvSpPr>
        <p:spPr>
          <a:xfrm>
            <a:off x="0" y="178179"/>
            <a:ext cx="8641724"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t>Regression Timeline for PDSC</a:t>
            </a:r>
            <a:endParaRPr lang="en-US" sz="2400" dirty="0"/>
          </a:p>
        </p:txBody>
      </p:sp>
      <p:graphicFrame>
        <p:nvGraphicFramePr>
          <p:cNvPr id="2" name="Diagram 1"/>
          <p:cNvGraphicFramePr/>
          <p:nvPr>
            <p:extLst/>
          </p:nvPr>
        </p:nvGraphicFramePr>
        <p:xfrm>
          <a:off x="2150773" y="4098106"/>
          <a:ext cx="5450618" cy="6541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2" name="TextBox 21"/>
          <p:cNvSpPr txBox="1"/>
          <p:nvPr/>
        </p:nvSpPr>
        <p:spPr>
          <a:xfrm>
            <a:off x="163976" y="3585852"/>
            <a:ext cx="1168752" cy="951233"/>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900" dirty="0" smtClean="0">
                <a:solidFill>
                  <a:schemeClr val="tx1"/>
                </a:solidFill>
              </a:rPr>
              <a:t>Total of 912 Regression Test Cases will be executed for each Regression Cycle</a:t>
            </a:r>
            <a:endParaRPr lang="en-US" sz="900" dirty="0">
              <a:solidFill>
                <a:schemeClr val="tx1"/>
              </a:solidFill>
            </a:endParaRPr>
          </a:p>
        </p:txBody>
      </p:sp>
      <p:sp>
        <p:nvSpPr>
          <p:cNvPr id="23" name="Rectangle 22"/>
          <p:cNvSpPr/>
          <p:nvPr/>
        </p:nvSpPr>
        <p:spPr>
          <a:xfrm>
            <a:off x="3627670" y="3639576"/>
            <a:ext cx="996696" cy="351686"/>
          </a:xfrm>
          <a:prstGeom prst="rect">
            <a:avLst/>
          </a:prstGeom>
          <a:solidFill>
            <a:schemeClr val="tx2">
              <a:lumMod val="75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00" b="1" dirty="0" smtClean="0">
                <a:solidFill>
                  <a:schemeClr val="bg1"/>
                </a:solidFill>
              </a:rPr>
              <a:t>PDSC</a:t>
            </a:r>
          </a:p>
          <a:p>
            <a:pPr algn="ctr"/>
            <a:r>
              <a:rPr lang="en-US" sz="700" b="1" dirty="0" smtClean="0">
                <a:solidFill>
                  <a:schemeClr val="bg1"/>
                </a:solidFill>
              </a:rPr>
              <a:t>Regression Execution</a:t>
            </a:r>
            <a:endParaRPr lang="en-US" sz="700" b="1" dirty="0">
              <a:solidFill>
                <a:schemeClr val="bg1"/>
              </a:solidFill>
            </a:endParaRPr>
          </a:p>
        </p:txBody>
      </p:sp>
      <p:sp>
        <p:nvSpPr>
          <p:cNvPr id="24" name="Rectangle 23"/>
          <p:cNvSpPr/>
          <p:nvPr/>
        </p:nvSpPr>
        <p:spPr>
          <a:xfrm>
            <a:off x="5048518" y="3639576"/>
            <a:ext cx="1065781" cy="351686"/>
          </a:xfrm>
          <a:prstGeom prst="rect">
            <a:avLst/>
          </a:prstGeom>
          <a:solidFill>
            <a:schemeClr val="tx2">
              <a:lumMod val="75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00" b="1" dirty="0" smtClean="0">
                <a:solidFill>
                  <a:schemeClr val="bg1"/>
                </a:solidFill>
              </a:rPr>
              <a:t>PDSC</a:t>
            </a:r>
          </a:p>
          <a:p>
            <a:pPr algn="ctr"/>
            <a:r>
              <a:rPr lang="en-US" sz="700" b="1" dirty="0" smtClean="0">
                <a:solidFill>
                  <a:schemeClr val="bg1"/>
                </a:solidFill>
              </a:rPr>
              <a:t>Regression Execution</a:t>
            </a:r>
            <a:endParaRPr lang="en-US" sz="700" b="1" dirty="0">
              <a:solidFill>
                <a:schemeClr val="bg1"/>
              </a:solidFill>
            </a:endParaRPr>
          </a:p>
        </p:txBody>
      </p:sp>
      <p:sp>
        <p:nvSpPr>
          <p:cNvPr id="25" name="Rectangle 24"/>
          <p:cNvSpPr/>
          <p:nvPr/>
        </p:nvSpPr>
        <p:spPr>
          <a:xfrm>
            <a:off x="6551330" y="3638089"/>
            <a:ext cx="1065781" cy="351686"/>
          </a:xfrm>
          <a:prstGeom prst="rect">
            <a:avLst/>
          </a:prstGeom>
          <a:solidFill>
            <a:schemeClr val="tx2">
              <a:lumMod val="75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700" b="1" dirty="0" smtClean="0">
                <a:solidFill>
                  <a:schemeClr val="bg1"/>
                </a:solidFill>
              </a:rPr>
              <a:t>PDSC</a:t>
            </a:r>
          </a:p>
          <a:p>
            <a:pPr algn="ctr"/>
            <a:r>
              <a:rPr lang="en-US" sz="700" b="1" dirty="0" smtClean="0">
                <a:solidFill>
                  <a:schemeClr val="bg1"/>
                </a:solidFill>
              </a:rPr>
              <a:t>Regression Execution</a:t>
            </a:r>
            <a:endParaRPr lang="en-US" sz="700" b="1" dirty="0">
              <a:solidFill>
                <a:schemeClr val="bg1"/>
              </a:solidFill>
            </a:endParaRPr>
          </a:p>
        </p:txBody>
      </p:sp>
    </p:spTree>
    <p:extLst>
      <p:ext uri="{BB962C8B-B14F-4D97-AF65-F5344CB8AC3E}">
        <p14:creationId xmlns:p14="http://schemas.microsoft.com/office/powerpoint/2010/main" val="39305847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lstStyle/>
          <a:p>
            <a:r>
              <a:rPr lang="en-US" dirty="0" smtClean="0"/>
              <a:t>PDSC - SCORE</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2350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8179"/>
            <a:ext cx="8641724"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Automation Savings in Score Upgrade Project</a:t>
            </a:r>
          </a:p>
        </p:txBody>
      </p:sp>
      <p:sp>
        <p:nvSpPr>
          <p:cNvPr id="12" name="TextBox 11"/>
          <p:cNvSpPr txBox="1"/>
          <p:nvPr/>
        </p:nvSpPr>
        <p:spPr>
          <a:xfrm>
            <a:off x="95750" y="1082768"/>
            <a:ext cx="4520484" cy="1938992"/>
          </a:xfrm>
          <a:prstGeom prst="rect">
            <a:avLst/>
          </a:prstGeom>
          <a:noFill/>
        </p:spPr>
        <p:txBody>
          <a:bodyPr wrap="square" rtlCol="0">
            <a:spAutoFit/>
          </a:bodyPr>
          <a:lstStyle/>
          <a:p>
            <a:pPr marL="342900" indent="-342900">
              <a:buFont typeface="Wingdings" pitchFamily="2" charset="2"/>
              <a:buChar char="Ø"/>
            </a:pPr>
            <a:endParaRPr lang="en-US" sz="1200" dirty="0" smtClean="0">
              <a:cs typeface="Calibri" panose="020F0502020204030204" pitchFamily="34" charset="0"/>
            </a:endParaRPr>
          </a:p>
          <a:p>
            <a:pPr marL="342900" indent="-342900">
              <a:buFont typeface="Wingdings" pitchFamily="2" charset="2"/>
              <a:buChar char="Ø"/>
            </a:pPr>
            <a:r>
              <a:rPr lang="en-US" sz="1200" dirty="0" smtClean="0">
                <a:cs typeface="Calibri" panose="020F0502020204030204" pitchFamily="34" charset="0"/>
              </a:rPr>
              <a:t>As a part of Score Automation, a total of 620 Test Cases are written to cover entire Score regression testing.</a:t>
            </a:r>
          </a:p>
          <a:p>
            <a:pPr marL="342900" indent="-342900">
              <a:buFont typeface="Wingdings" pitchFamily="2" charset="2"/>
              <a:buChar char="Ø"/>
            </a:pPr>
            <a:r>
              <a:rPr lang="en-US" sz="1200" dirty="0" smtClean="0">
                <a:cs typeface="Calibri" panose="020F0502020204030204" pitchFamily="34" charset="0"/>
              </a:rPr>
              <a:t>Out of the 620 test cases, 344 test case are automated.</a:t>
            </a:r>
          </a:p>
          <a:p>
            <a:pPr marL="342900" indent="-342900">
              <a:buFont typeface="Wingdings" pitchFamily="2" charset="2"/>
              <a:buChar char="Ø"/>
            </a:pPr>
            <a:r>
              <a:rPr lang="en-US" sz="1200" dirty="0" smtClean="0">
                <a:cs typeface="Calibri" panose="020F0502020204030204" pitchFamily="34" charset="0"/>
              </a:rPr>
              <a:t>125 automation test cases are executed as a part of Score upgrade project.</a:t>
            </a:r>
          </a:p>
          <a:p>
            <a:pPr marL="342900" indent="-342900">
              <a:buFont typeface="Wingdings" pitchFamily="2" charset="2"/>
              <a:buChar char="Ø"/>
            </a:pPr>
            <a:r>
              <a:rPr lang="en-US" sz="1200" dirty="0" smtClean="0">
                <a:cs typeface="Calibri" panose="020F0502020204030204" pitchFamily="34" charset="0"/>
              </a:rPr>
              <a:t>There is a effort saving of 6 business days and cost saving of $4586.92 for Score Upgrade project due to the 125 automation scripts.</a:t>
            </a:r>
          </a:p>
          <a:p>
            <a:pPr marL="342900" indent="-342900">
              <a:buFont typeface="Wingdings" pitchFamily="2" charset="2"/>
              <a:buChar char="Ø"/>
            </a:pPr>
            <a:endParaRPr lang="en-US" sz="1200" dirty="0" smtClean="0">
              <a:cs typeface="Calibri" panose="020F0502020204030204" pitchFamily="34" charset="0"/>
            </a:endParaRPr>
          </a:p>
        </p:txBody>
      </p:sp>
      <p:sp>
        <p:nvSpPr>
          <p:cNvPr id="10" name="Rectangle 9"/>
          <p:cNvSpPr/>
          <p:nvPr/>
        </p:nvSpPr>
        <p:spPr>
          <a:xfrm>
            <a:off x="95750" y="1082769"/>
            <a:ext cx="4520484" cy="224676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FFFFFF"/>
              </a:solidFill>
              <a:latin typeface="Calibri" panose="020F0502020204030204" pitchFamily="34" charset="0"/>
              <a:cs typeface="Calibri" panose="020F0502020204030204" pitchFamily="34" charset="0"/>
            </a:endParaRPr>
          </a:p>
        </p:txBody>
      </p:sp>
      <p:grpSp>
        <p:nvGrpSpPr>
          <p:cNvPr id="14" name="Group 13"/>
          <p:cNvGrpSpPr/>
          <p:nvPr/>
        </p:nvGrpSpPr>
        <p:grpSpPr>
          <a:xfrm>
            <a:off x="4242744" y="784062"/>
            <a:ext cx="4901256" cy="1585650"/>
            <a:chOff x="0" y="0"/>
            <a:chExt cx="4845309" cy="2743200"/>
          </a:xfrm>
        </p:grpSpPr>
        <p:graphicFrame>
          <p:nvGraphicFramePr>
            <p:cNvPr id="15" name="Chart 14"/>
            <p:cNvGraphicFramePr/>
            <p:nvPr>
              <p:extLst/>
            </p:nvPr>
          </p:nvGraphicFramePr>
          <p:xfrm>
            <a:off x="0" y="0"/>
            <a:ext cx="4643493"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4"/>
            <p:cNvSpPr txBox="1"/>
            <p:nvPr/>
          </p:nvSpPr>
          <p:spPr>
            <a:xfrm>
              <a:off x="2034093" y="674358"/>
              <a:ext cx="2811216" cy="442353"/>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dirty="0">
                  <a:solidFill>
                    <a:srgbClr val="FF0000"/>
                  </a:solidFill>
                </a:rPr>
                <a:t>Effort </a:t>
              </a:r>
              <a:r>
                <a:rPr lang="en-US" dirty="0" smtClean="0">
                  <a:solidFill>
                    <a:srgbClr val="FF0000"/>
                  </a:solidFill>
                </a:rPr>
                <a:t>Savings=44.25 hours/125 </a:t>
              </a:r>
              <a:r>
                <a:rPr lang="en-US" dirty="0">
                  <a:solidFill>
                    <a:srgbClr val="FF0000"/>
                  </a:solidFill>
                </a:rPr>
                <a:t>Test Cases</a:t>
              </a:r>
            </a:p>
          </p:txBody>
        </p:sp>
      </p:grpSp>
      <p:graphicFrame>
        <p:nvGraphicFramePr>
          <p:cNvPr id="17" name="Chart 16"/>
          <p:cNvGraphicFramePr>
            <a:graphicFrameLocks/>
          </p:cNvGraphicFramePr>
          <p:nvPr>
            <p:extLst/>
          </p:nvPr>
        </p:nvGraphicFramePr>
        <p:xfrm>
          <a:off x="3761748" y="2467763"/>
          <a:ext cx="5382252" cy="172744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p:cNvGraphicFramePr>
          <p:nvPr>
            <p:extLst/>
          </p:nvPr>
        </p:nvGraphicFramePr>
        <p:xfrm>
          <a:off x="4572000" y="4045527"/>
          <a:ext cx="4461164" cy="26332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p:cNvGraphicFramePr>
            <a:graphicFrameLocks/>
          </p:cNvGraphicFramePr>
          <p:nvPr>
            <p:extLst/>
          </p:nvPr>
        </p:nvGraphicFramePr>
        <p:xfrm>
          <a:off x="95750" y="3491345"/>
          <a:ext cx="4572000" cy="297959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2737220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0481" y="155320"/>
            <a:ext cx="9205415"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Challenges, </a:t>
            </a:r>
            <a:r>
              <a:rPr lang="en-US" sz="2400" dirty="0">
                <a:solidFill>
                  <a:schemeClr val="tx1"/>
                </a:solidFill>
              </a:rPr>
              <a:t>Solution and Achievements</a:t>
            </a:r>
            <a:endParaRPr lang="en-GB" sz="2400" dirty="0">
              <a:solidFill>
                <a:schemeClr val="tx1"/>
              </a:solidFill>
            </a:endParaRPr>
          </a:p>
        </p:txBody>
      </p:sp>
      <p:sp>
        <p:nvSpPr>
          <p:cNvPr id="7" name="TextBox 6"/>
          <p:cNvSpPr txBox="1"/>
          <p:nvPr/>
        </p:nvSpPr>
        <p:spPr>
          <a:xfrm>
            <a:off x="24505" y="1322392"/>
            <a:ext cx="9078140" cy="1508105"/>
          </a:xfrm>
          <a:prstGeom prst="rect">
            <a:avLst/>
          </a:prstGeom>
          <a:noFill/>
          <a:ln>
            <a:noFill/>
          </a:ln>
        </p:spPr>
        <p:txBody>
          <a:bodyPr wrap="square" rtlCol="0">
            <a:spAutoFit/>
          </a:bodyPr>
          <a:lstStyle/>
          <a:p>
            <a:pPr marL="234950" indent="-171450" defTabSz="914400" fontAlgn="base">
              <a:spcBef>
                <a:spcPts val="300"/>
              </a:spcBef>
              <a:spcAft>
                <a:spcPts val="300"/>
              </a:spcAft>
              <a:buFont typeface="Arial" panose="020B0604020202020204" pitchFamily="34" charset="0"/>
              <a:buChar char="•"/>
              <a:defRPr/>
            </a:pPr>
            <a:r>
              <a:rPr lang="en-US" sz="1600" dirty="0" smtClean="0">
                <a:solidFill>
                  <a:prstClr val="black"/>
                </a:solidFill>
              </a:rPr>
              <a:t>Batch Job</a:t>
            </a:r>
          </a:p>
          <a:p>
            <a:pPr marL="692150" lvl="1" indent="-171450" defTabSz="914400" fontAlgn="base">
              <a:spcBef>
                <a:spcPts val="300"/>
              </a:spcBef>
              <a:spcAft>
                <a:spcPts val="300"/>
              </a:spcAft>
              <a:buFont typeface="Arial" panose="020B0604020202020204" pitchFamily="34" charset="0"/>
              <a:buChar char="•"/>
              <a:defRPr/>
            </a:pPr>
            <a:r>
              <a:rPr lang="en-US" sz="1600" dirty="0" smtClean="0">
                <a:solidFill>
                  <a:prstClr val="black"/>
                </a:solidFill>
              </a:rPr>
              <a:t>Inter dependencies between Batch Jobs</a:t>
            </a:r>
          </a:p>
          <a:p>
            <a:pPr marL="692150" lvl="1" indent="-171450" defTabSz="914400" fontAlgn="base">
              <a:spcBef>
                <a:spcPts val="300"/>
              </a:spcBef>
              <a:spcAft>
                <a:spcPts val="300"/>
              </a:spcAft>
              <a:buFont typeface="Arial" panose="020B0604020202020204" pitchFamily="34" charset="0"/>
              <a:buChar char="•"/>
              <a:defRPr/>
            </a:pPr>
            <a:r>
              <a:rPr lang="en-US" sz="1600" dirty="0" smtClean="0">
                <a:solidFill>
                  <a:prstClr val="black"/>
                </a:solidFill>
              </a:rPr>
              <a:t>Execution time of Batch jobs </a:t>
            </a:r>
          </a:p>
          <a:p>
            <a:pPr marL="520700" lvl="1" defTabSz="914400" fontAlgn="base">
              <a:spcBef>
                <a:spcPts val="300"/>
              </a:spcBef>
              <a:spcAft>
                <a:spcPts val="300"/>
              </a:spcAft>
              <a:defRPr/>
            </a:pPr>
            <a:endParaRPr lang="en-US" sz="1200" dirty="0" smtClean="0">
              <a:solidFill>
                <a:prstClr val="black"/>
              </a:solidFill>
            </a:endParaRPr>
          </a:p>
          <a:p>
            <a:pPr marL="692150" lvl="1" indent="-171450" defTabSz="914400" fontAlgn="base">
              <a:spcBef>
                <a:spcPts val="300"/>
              </a:spcBef>
              <a:spcAft>
                <a:spcPts val="300"/>
              </a:spcAft>
              <a:buFont typeface="Arial" panose="020B0604020202020204" pitchFamily="34" charset="0"/>
              <a:buChar char="•"/>
              <a:defRPr/>
            </a:pPr>
            <a:endParaRPr lang="en-US" sz="1200" dirty="0">
              <a:solidFill>
                <a:prstClr val="black"/>
              </a:solidFill>
            </a:endParaRPr>
          </a:p>
        </p:txBody>
      </p:sp>
      <p:sp>
        <p:nvSpPr>
          <p:cNvPr id="8" name="Text Box 416"/>
          <p:cNvSpPr txBox="1">
            <a:spLocks noChangeArrowheads="1"/>
          </p:cNvSpPr>
          <p:nvPr/>
        </p:nvSpPr>
        <p:spPr bwMode="auto">
          <a:xfrm>
            <a:off x="24505" y="841226"/>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9" name="Text Box 415"/>
          <p:cNvSpPr txBox="1">
            <a:spLocks noChangeArrowheads="1"/>
          </p:cNvSpPr>
          <p:nvPr/>
        </p:nvSpPr>
        <p:spPr bwMode="auto">
          <a:xfrm>
            <a:off x="-20482" y="841226"/>
            <a:ext cx="1918951"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Key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0" name="Text Box 416"/>
          <p:cNvSpPr txBox="1">
            <a:spLocks noChangeArrowheads="1"/>
          </p:cNvSpPr>
          <p:nvPr/>
        </p:nvSpPr>
        <p:spPr bwMode="auto">
          <a:xfrm>
            <a:off x="24505" y="4609770"/>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1" name="Text Box 415"/>
          <p:cNvSpPr txBox="1">
            <a:spLocks noChangeArrowheads="1"/>
          </p:cNvSpPr>
          <p:nvPr/>
        </p:nvSpPr>
        <p:spPr bwMode="auto">
          <a:xfrm>
            <a:off x="24505" y="4609770"/>
            <a:ext cx="1918951"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Achievements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2" name="TextBox 11"/>
          <p:cNvSpPr txBox="1"/>
          <p:nvPr/>
        </p:nvSpPr>
        <p:spPr>
          <a:xfrm>
            <a:off x="24505" y="5053762"/>
            <a:ext cx="9078140" cy="1554272"/>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a:t>Received  excellent feedback from Paul Buster for Test Case Analysis, Test Coverage and Test Automation</a:t>
            </a:r>
          </a:p>
          <a:p>
            <a:r>
              <a:rPr lang="en-US" dirty="0"/>
              <a:t>Successfully completed two release within 2 days for each Cycle</a:t>
            </a:r>
          </a:p>
          <a:p>
            <a:endParaRPr lang="en-US" dirty="0"/>
          </a:p>
          <a:p>
            <a:pPr lvl="1"/>
            <a:endParaRPr lang="en-US" dirty="0"/>
          </a:p>
        </p:txBody>
      </p:sp>
      <p:sp>
        <p:nvSpPr>
          <p:cNvPr id="13" name="Text Box 415"/>
          <p:cNvSpPr txBox="1">
            <a:spLocks noChangeArrowheads="1"/>
          </p:cNvSpPr>
          <p:nvPr/>
        </p:nvSpPr>
        <p:spPr bwMode="auto">
          <a:xfrm>
            <a:off x="-20481" y="-902284"/>
            <a:ext cx="1918951" cy="369332"/>
          </a:xfrm>
          <a:prstGeom prst="rect">
            <a:avLst/>
          </a:prstGeom>
          <a:noFill/>
          <a:ln w="9525">
            <a:noFill/>
            <a:miter lim="800000"/>
            <a:headEnd/>
            <a:tailEnd/>
          </a:ln>
        </p:spPr>
        <p:txBody>
          <a:bodyPr wrap="square">
            <a:spAutoFit/>
          </a:bodyPr>
          <a:lstStyle/>
          <a:p>
            <a:pPr marL="115888" indent="-115888" algn="ctr">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Key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4" name="Text Box 416"/>
          <p:cNvSpPr txBox="1">
            <a:spLocks noChangeArrowheads="1"/>
          </p:cNvSpPr>
          <p:nvPr/>
        </p:nvSpPr>
        <p:spPr bwMode="auto">
          <a:xfrm>
            <a:off x="24505" y="2501718"/>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5" name="Text Box 415"/>
          <p:cNvSpPr txBox="1">
            <a:spLocks noChangeArrowheads="1"/>
          </p:cNvSpPr>
          <p:nvPr/>
        </p:nvSpPr>
        <p:spPr bwMode="auto">
          <a:xfrm>
            <a:off x="24505" y="2501718"/>
            <a:ext cx="1918951"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Solution</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6" name="TextBox 15"/>
          <p:cNvSpPr txBox="1"/>
          <p:nvPr/>
        </p:nvSpPr>
        <p:spPr>
          <a:xfrm>
            <a:off x="4023" y="2917134"/>
            <a:ext cx="9078140" cy="1400383"/>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a:t>Performed dependency analysis on the test scenarios across various modules w.r.t batch jobs and came up with the parallel execution </a:t>
            </a:r>
            <a:r>
              <a:rPr lang="en-US" dirty="0" smtClean="0"/>
              <a:t>plan.</a:t>
            </a:r>
          </a:p>
          <a:p>
            <a:r>
              <a:rPr lang="en-US" dirty="0" smtClean="0"/>
              <a:t>Many batch jobs in SCORE takes several minutes for execution (up to 45mts). Automation Scripts were handled with monitoring mechanism with Delay option to wait until the job’s successful completion / Failure. </a:t>
            </a:r>
            <a:endParaRPr lang="en-US" dirty="0"/>
          </a:p>
        </p:txBody>
      </p:sp>
    </p:spTree>
    <p:extLst>
      <p:ext uri="{BB962C8B-B14F-4D97-AF65-F5344CB8AC3E}">
        <p14:creationId xmlns:p14="http://schemas.microsoft.com/office/powerpoint/2010/main" val="989675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lstStyle/>
          <a:p>
            <a:r>
              <a:rPr lang="en-US" dirty="0" smtClean="0"/>
              <a:t>PDSC - DISTRACK</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4069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24" y="171770"/>
            <a:ext cx="8229600"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Problem Statement, Approach and Solution</a:t>
            </a:r>
            <a:endParaRPr lang="en-US" sz="2400" dirty="0">
              <a:solidFill>
                <a:schemeClr val="tx1"/>
              </a:solidFill>
            </a:endParaRPr>
          </a:p>
        </p:txBody>
      </p:sp>
      <p:sp>
        <p:nvSpPr>
          <p:cNvPr id="5" name="TextBox 4"/>
          <p:cNvSpPr txBox="1"/>
          <p:nvPr/>
        </p:nvSpPr>
        <p:spPr>
          <a:xfrm>
            <a:off x="48923" y="1294289"/>
            <a:ext cx="9078140" cy="1154162"/>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smtClean="0"/>
              <a:t>To have a regression suite ready for testing any functional changes in </a:t>
            </a:r>
            <a:r>
              <a:rPr lang="en-US" dirty="0" err="1" smtClean="0"/>
              <a:t>Distrack</a:t>
            </a:r>
            <a:r>
              <a:rPr lang="en-US" dirty="0" smtClean="0"/>
              <a:t> in the coming future</a:t>
            </a:r>
          </a:p>
          <a:p>
            <a:r>
              <a:rPr lang="en-US" dirty="0" smtClean="0"/>
              <a:t>Readiness for </a:t>
            </a:r>
            <a:r>
              <a:rPr lang="en-US" dirty="0" smtClean="0"/>
              <a:t>addressing the </a:t>
            </a:r>
            <a:r>
              <a:rPr lang="en-US" dirty="0" smtClean="0"/>
              <a:t>Testing of the targeted areas impacted due to the PMOD changes. </a:t>
            </a:r>
            <a:endParaRPr lang="en-US" dirty="0"/>
          </a:p>
        </p:txBody>
      </p:sp>
      <p:sp>
        <p:nvSpPr>
          <p:cNvPr id="6" name="Text Box 416"/>
          <p:cNvSpPr txBox="1">
            <a:spLocks noChangeArrowheads="1"/>
          </p:cNvSpPr>
          <p:nvPr/>
        </p:nvSpPr>
        <p:spPr bwMode="auto">
          <a:xfrm>
            <a:off x="24505" y="841226"/>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7" name="Text Box 415"/>
          <p:cNvSpPr txBox="1">
            <a:spLocks noChangeArrowheads="1"/>
          </p:cNvSpPr>
          <p:nvPr/>
        </p:nvSpPr>
        <p:spPr bwMode="auto">
          <a:xfrm>
            <a:off x="1" y="864268"/>
            <a:ext cx="2949261"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Problem Statement</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8" name="TextBox 7"/>
          <p:cNvSpPr txBox="1"/>
          <p:nvPr/>
        </p:nvSpPr>
        <p:spPr>
          <a:xfrm>
            <a:off x="48923" y="4165285"/>
            <a:ext cx="9078140" cy="2123658"/>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smtClean="0"/>
              <a:t>Steps </a:t>
            </a:r>
            <a:r>
              <a:rPr lang="en-US" dirty="0"/>
              <a:t>aligned for testing the PMOD Changes</a:t>
            </a:r>
          </a:p>
          <a:p>
            <a:pPr lvl="1"/>
            <a:r>
              <a:rPr lang="en-US" dirty="0" smtClean="0"/>
              <a:t>Better </a:t>
            </a:r>
            <a:r>
              <a:rPr lang="en-US" dirty="0"/>
              <a:t>understanding of PMOD </a:t>
            </a:r>
            <a:r>
              <a:rPr lang="en-US" dirty="0" err="1"/>
              <a:t>wricef’s</a:t>
            </a:r>
            <a:r>
              <a:rPr lang="en-US" dirty="0"/>
              <a:t> to analyze and identify the targeted areas for Testing</a:t>
            </a:r>
          </a:p>
          <a:p>
            <a:pPr lvl="1"/>
            <a:r>
              <a:rPr lang="en-US" dirty="0"/>
              <a:t>Prioritization of Area’s (Modules, sub- Modules) impacted by PMOD, by discussing with stake holders </a:t>
            </a:r>
          </a:p>
          <a:p>
            <a:pPr lvl="1"/>
            <a:r>
              <a:rPr lang="en-US" dirty="0"/>
              <a:t>Aligning the prioritization of these modules w.r.t  PMOD Changes.</a:t>
            </a:r>
          </a:p>
          <a:p>
            <a:pPr lvl="1"/>
            <a:endParaRPr lang="en-US" dirty="0"/>
          </a:p>
        </p:txBody>
      </p:sp>
      <p:sp>
        <p:nvSpPr>
          <p:cNvPr id="11" name="Text Box 416"/>
          <p:cNvSpPr txBox="1">
            <a:spLocks noChangeArrowheads="1"/>
          </p:cNvSpPr>
          <p:nvPr/>
        </p:nvSpPr>
        <p:spPr bwMode="auto">
          <a:xfrm>
            <a:off x="24505" y="2604553"/>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lgn="l">
              <a:spcAft>
                <a:spcPts val="300"/>
              </a:spcAft>
              <a:defRPr/>
            </a:pPr>
            <a:r>
              <a:rPr lang="en-AU" sz="1800" dirty="0" smtClean="0">
                <a:solidFill>
                  <a:schemeClr val="bg1"/>
                </a:solidFill>
                <a:ea typeface="Arial Unicode MS" pitchFamily="34" charset="-128"/>
                <a:cs typeface="Arial Unicode MS" pitchFamily="34" charset="-128"/>
              </a:rPr>
              <a:t>Approach</a:t>
            </a:r>
            <a:endParaRPr lang="en-AU" sz="1800" dirty="0">
              <a:solidFill>
                <a:schemeClr val="bg1"/>
              </a:solidFill>
              <a:ea typeface="Arial Unicode MS" pitchFamily="34" charset="-128"/>
              <a:cs typeface="Arial Unicode MS" pitchFamily="34" charset="-128"/>
            </a:endParaRPr>
          </a:p>
        </p:txBody>
      </p:sp>
      <p:graphicFrame>
        <p:nvGraphicFramePr>
          <p:cNvPr id="12" name="Diagram 11"/>
          <p:cNvGraphicFramePr/>
          <p:nvPr>
            <p:extLst>
              <p:ext uri="{D42A27DB-BD31-4B8C-83A1-F6EECF244321}">
                <p14:modId xmlns:p14="http://schemas.microsoft.com/office/powerpoint/2010/main" val="522994571"/>
              </p:ext>
            </p:extLst>
          </p:nvPr>
        </p:nvGraphicFramePr>
        <p:xfrm>
          <a:off x="158839" y="2973884"/>
          <a:ext cx="8942268" cy="13939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3015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0481" y="155320"/>
            <a:ext cx="9205415"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Challenges</a:t>
            </a:r>
            <a:r>
              <a:rPr lang="en-US" sz="2400" dirty="0">
                <a:solidFill>
                  <a:schemeClr val="tx1"/>
                </a:solidFill>
              </a:rPr>
              <a:t> </a:t>
            </a:r>
            <a:r>
              <a:rPr lang="en-US" sz="2400" dirty="0">
                <a:solidFill>
                  <a:schemeClr val="tx1"/>
                </a:solidFill>
              </a:rPr>
              <a:t>and Solution</a:t>
            </a:r>
            <a:endParaRPr lang="en-GB" sz="2400" dirty="0">
              <a:solidFill>
                <a:schemeClr val="tx1"/>
              </a:solidFill>
            </a:endParaRPr>
          </a:p>
        </p:txBody>
      </p:sp>
      <p:sp>
        <p:nvSpPr>
          <p:cNvPr id="7" name="TextBox 6"/>
          <p:cNvSpPr txBox="1"/>
          <p:nvPr/>
        </p:nvSpPr>
        <p:spPr>
          <a:xfrm>
            <a:off x="24505" y="1226255"/>
            <a:ext cx="9078140" cy="2200602"/>
          </a:xfrm>
          <a:prstGeom prst="rect">
            <a:avLst/>
          </a:prstGeom>
          <a:noFill/>
          <a:ln>
            <a:noFill/>
          </a:ln>
        </p:spPr>
        <p:txBody>
          <a:bodyPr wrap="square" rtlCol="0">
            <a:spAutoFit/>
          </a:bodyPr>
          <a:lstStyle/>
          <a:p>
            <a:pPr marL="234950" indent="-171450" defTabSz="914400" fontAlgn="base">
              <a:spcBef>
                <a:spcPts val="300"/>
              </a:spcBef>
              <a:spcAft>
                <a:spcPts val="300"/>
              </a:spcAft>
              <a:buFont typeface="Arial" panose="020B0604020202020204" pitchFamily="34" charset="0"/>
              <a:buChar char="•"/>
              <a:defRPr/>
            </a:pPr>
            <a:r>
              <a:rPr lang="en-US" sz="1600" dirty="0">
                <a:solidFill>
                  <a:prstClr val="black"/>
                </a:solidFill>
              </a:rPr>
              <a:t>Identification of the area’s affected by PMOD</a:t>
            </a:r>
          </a:p>
          <a:p>
            <a:pPr marL="692150" lvl="1" indent="-171450" defTabSz="914400" fontAlgn="base">
              <a:spcBef>
                <a:spcPts val="300"/>
              </a:spcBef>
              <a:spcAft>
                <a:spcPts val="300"/>
              </a:spcAft>
              <a:buFont typeface="Arial" panose="020B0604020202020204" pitchFamily="34" charset="0"/>
              <a:buChar char="•"/>
              <a:defRPr/>
            </a:pPr>
            <a:r>
              <a:rPr lang="en-US" sz="1600" dirty="0">
                <a:solidFill>
                  <a:prstClr val="black"/>
                </a:solidFill>
              </a:rPr>
              <a:t>SME identification for the PMOD affected areas, </a:t>
            </a:r>
            <a:r>
              <a:rPr lang="en-US" sz="1600" dirty="0"/>
              <a:t>so that we can understand the application level changes and build effective test scenarios accordingly.</a:t>
            </a:r>
          </a:p>
          <a:p>
            <a:pPr marL="234950" indent="-171450" defTabSz="914400" fontAlgn="base">
              <a:spcBef>
                <a:spcPts val="300"/>
              </a:spcBef>
              <a:spcAft>
                <a:spcPts val="300"/>
              </a:spcAft>
              <a:buFont typeface="Arial" panose="020B0604020202020204" pitchFamily="34" charset="0"/>
              <a:buChar char="•"/>
              <a:defRPr/>
            </a:pPr>
            <a:r>
              <a:rPr lang="en-US" sz="1600" dirty="0"/>
              <a:t>Unavailability of </a:t>
            </a:r>
            <a:r>
              <a:rPr lang="en-US" sz="1600" dirty="0" smtClean="0"/>
              <a:t>Environment</a:t>
            </a:r>
          </a:p>
          <a:p>
            <a:pPr marL="234950" indent="-171450" defTabSz="914400" fontAlgn="base">
              <a:spcBef>
                <a:spcPts val="300"/>
              </a:spcBef>
              <a:spcAft>
                <a:spcPts val="300"/>
              </a:spcAft>
              <a:buFont typeface="Arial" panose="020B0604020202020204" pitchFamily="34" charset="0"/>
              <a:buChar char="•"/>
              <a:defRPr/>
            </a:pPr>
            <a:r>
              <a:rPr lang="en-US" sz="1600" dirty="0" smtClean="0"/>
              <a:t>Co-ordination with different applications teams during the Test execution.</a:t>
            </a:r>
            <a:endParaRPr lang="en-US" sz="1600" dirty="0"/>
          </a:p>
          <a:p>
            <a:pPr marL="234950" indent="-171450" defTabSz="914400" fontAlgn="base">
              <a:spcBef>
                <a:spcPts val="300"/>
              </a:spcBef>
              <a:spcAft>
                <a:spcPts val="300"/>
              </a:spcAft>
              <a:buFont typeface="Arial" panose="020B0604020202020204" pitchFamily="34" charset="0"/>
              <a:buChar char="•"/>
              <a:defRPr/>
            </a:pPr>
            <a:r>
              <a:rPr lang="en-US" sz="1600" dirty="0"/>
              <a:t>Data </a:t>
            </a:r>
            <a:r>
              <a:rPr lang="en-US" sz="1600" dirty="0" smtClean="0"/>
              <a:t>Setup</a:t>
            </a:r>
          </a:p>
          <a:p>
            <a:pPr marL="234950" indent="-171450" defTabSz="914400" fontAlgn="base">
              <a:spcBef>
                <a:spcPts val="300"/>
              </a:spcBef>
              <a:spcAft>
                <a:spcPts val="300"/>
              </a:spcAft>
              <a:buFont typeface="Arial" panose="020B0604020202020204" pitchFamily="34" charset="0"/>
              <a:buChar char="•"/>
              <a:defRPr/>
            </a:pPr>
            <a:r>
              <a:rPr lang="en-US" sz="1600" dirty="0"/>
              <a:t>Test execution from HP ALM for the CSW </a:t>
            </a:r>
            <a:r>
              <a:rPr lang="en-US" sz="1600" dirty="0" smtClean="0"/>
              <a:t>Module</a:t>
            </a:r>
          </a:p>
        </p:txBody>
      </p:sp>
      <p:sp>
        <p:nvSpPr>
          <p:cNvPr id="8" name="Text Box 416"/>
          <p:cNvSpPr txBox="1">
            <a:spLocks noChangeArrowheads="1"/>
          </p:cNvSpPr>
          <p:nvPr/>
        </p:nvSpPr>
        <p:spPr bwMode="auto">
          <a:xfrm>
            <a:off x="24505" y="815468"/>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9" name="Text Box 415"/>
          <p:cNvSpPr txBox="1">
            <a:spLocks noChangeArrowheads="1"/>
          </p:cNvSpPr>
          <p:nvPr/>
        </p:nvSpPr>
        <p:spPr bwMode="auto">
          <a:xfrm>
            <a:off x="1" y="838510"/>
            <a:ext cx="1918951" cy="369332"/>
          </a:xfrm>
          <a:prstGeom prst="rect">
            <a:avLst/>
          </a:prstGeom>
          <a:noFill/>
          <a:ln w="9525">
            <a:noFill/>
            <a:miter lim="800000"/>
            <a:headEnd/>
            <a:tailEnd/>
          </a:ln>
        </p:spPr>
        <p:txBody>
          <a:bodyPr wrap="square">
            <a:spAutoFit/>
          </a:bodyPr>
          <a:lstStyle/>
          <a:p>
            <a:pPr marL="115888" indent="-115888" algn="ctr">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Key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3" name="Text Box 415"/>
          <p:cNvSpPr txBox="1">
            <a:spLocks noChangeArrowheads="1"/>
          </p:cNvSpPr>
          <p:nvPr/>
        </p:nvSpPr>
        <p:spPr bwMode="auto">
          <a:xfrm>
            <a:off x="-20481" y="-902284"/>
            <a:ext cx="1918951" cy="369332"/>
          </a:xfrm>
          <a:prstGeom prst="rect">
            <a:avLst/>
          </a:prstGeom>
          <a:noFill/>
          <a:ln w="9525">
            <a:noFill/>
            <a:miter lim="800000"/>
            <a:headEnd/>
            <a:tailEnd/>
          </a:ln>
        </p:spPr>
        <p:txBody>
          <a:bodyPr wrap="square">
            <a:spAutoFit/>
          </a:bodyPr>
          <a:lstStyle/>
          <a:p>
            <a:pPr marL="115888" indent="-115888" algn="ctr">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Key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4" name="Text Box 416"/>
          <p:cNvSpPr txBox="1">
            <a:spLocks noChangeArrowheads="1"/>
          </p:cNvSpPr>
          <p:nvPr/>
        </p:nvSpPr>
        <p:spPr bwMode="auto">
          <a:xfrm>
            <a:off x="28441" y="3674144"/>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5" name="Text Box 415"/>
          <p:cNvSpPr txBox="1">
            <a:spLocks noChangeArrowheads="1"/>
          </p:cNvSpPr>
          <p:nvPr/>
        </p:nvSpPr>
        <p:spPr bwMode="auto">
          <a:xfrm>
            <a:off x="48923" y="3688432"/>
            <a:ext cx="1589376"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Solution</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6" name="TextBox 15"/>
          <p:cNvSpPr txBox="1"/>
          <p:nvPr/>
        </p:nvSpPr>
        <p:spPr>
          <a:xfrm>
            <a:off x="52859" y="4095166"/>
            <a:ext cx="9078140" cy="1415772"/>
          </a:xfrm>
          <a:prstGeom prst="rect">
            <a:avLst/>
          </a:prstGeom>
          <a:noFill/>
          <a:ln>
            <a:noFill/>
          </a:ln>
        </p:spPr>
        <p:txBody>
          <a:bodyPr wrap="square" rtlCol="0">
            <a:spAutoFit/>
          </a:bodyPr>
          <a:lstStyle/>
          <a:p>
            <a:pPr marL="234950" indent="-171450" defTabSz="914400" fontAlgn="base">
              <a:spcBef>
                <a:spcPts val="300"/>
              </a:spcBef>
              <a:spcAft>
                <a:spcPts val="300"/>
              </a:spcAft>
              <a:buFont typeface="Arial" panose="020B0604020202020204" pitchFamily="34" charset="0"/>
              <a:buChar char="•"/>
              <a:defRPr/>
            </a:pPr>
            <a:r>
              <a:rPr lang="en-US" sz="1600" dirty="0" smtClean="0">
                <a:solidFill>
                  <a:prstClr val="black"/>
                </a:solidFill>
              </a:rPr>
              <a:t>Performed </a:t>
            </a:r>
            <a:r>
              <a:rPr lang="en-US" sz="1600" dirty="0">
                <a:solidFill>
                  <a:prstClr val="black"/>
                </a:solidFill>
              </a:rPr>
              <a:t>dependency analysis on the test scenarios across various modules w.r.t batch jobs and came up with the parallel execution plan</a:t>
            </a:r>
          </a:p>
          <a:p>
            <a:pPr marL="234950" indent="-171450" defTabSz="914400" fontAlgn="base">
              <a:spcBef>
                <a:spcPts val="300"/>
              </a:spcBef>
              <a:spcAft>
                <a:spcPts val="300"/>
              </a:spcAft>
              <a:buFont typeface="Arial" panose="020B0604020202020204" pitchFamily="34" charset="0"/>
              <a:buChar char="•"/>
              <a:defRPr/>
            </a:pPr>
            <a:r>
              <a:rPr lang="en-US" sz="1600" dirty="0" smtClean="0">
                <a:solidFill>
                  <a:prstClr val="black"/>
                </a:solidFill>
              </a:rPr>
              <a:t>Optimizing </a:t>
            </a:r>
            <a:r>
              <a:rPr lang="en-US" sz="1600" dirty="0">
                <a:solidFill>
                  <a:prstClr val="black"/>
                </a:solidFill>
              </a:rPr>
              <a:t>and creating new queries for Test Data Set up and also reducing the dependencies across different teams.</a:t>
            </a:r>
            <a:endParaRPr lang="en-US" sz="1200" dirty="0">
              <a:solidFill>
                <a:prstClr val="black"/>
              </a:solidFill>
            </a:endParaRPr>
          </a:p>
          <a:p>
            <a:pPr marL="520700" lvl="1" defTabSz="914400" fontAlgn="base">
              <a:spcBef>
                <a:spcPts val="300"/>
              </a:spcBef>
              <a:spcAft>
                <a:spcPts val="300"/>
              </a:spcAft>
              <a:defRPr/>
            </a:pPr>
            <a:endParaRPr lang="en-US" sz="1200" dirty="0">
              <a:solidFill>
                <a:prstClr val="black"/>
              </a:solidFill>
            </a:endParaRPr>
          </a:p>
        </p:txBody>
      </p:sp>
    </p:spTree>
    <p:extLst>
      <p:ext uri="{BB962C8B-B14F-4D97-AF65-F5344CB8AC3E}">
        <p14:creationId xmlns:p14="http://schemas.microsoft.com/office/powerpoint/2010/main" val="37570214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9715"/>
            <a:ext cx="8229600"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Automation Coverage - </a:t>
            </a:r>
            <a:r>
              <a:rPr lang="en-US" sz="2400" dirty="0" err="1">
                <a:solidFill>
                  <a:schemeClr val="tx1"/>
                </a:solidFill>
              </a:rPr>
              <a:t>Distrack</a:t>
            </a:r>
            <a:endParaRPr lang="en-US" sz="2400" dirty="0">
              <a:solidFill>
                <a:schemeClr val="tx1"/>
              </a:solidFill>
            </a:endParaRPr>
          </a:p>
        </p:txBody>
      </p:sp>
      <p:graphicFrame>
        <p:nvGraphicFramePr>
          <p:cNvPr id="4" name="Table 3"/>
          <p:cNvGraphicFramePr>
            <a:graphicFrameLocks noGrp="1"/>
          </p:cNvGraphicFramePr>
          <p:nvPr>
            <p:extLst/>
          </p:nvPr>
        </p:nvGraphicFramePr>
        <p:xfrm>
          <a:off x="2429725" y="3857329"/>
          <a:ext cx="3949700" cy="2943225"/>
        </p:xfrm>
        <a:graphic>
          <a:graphicData uri="http://schemas.openxmlformats.org/drawingml/2006/table">
            <a:tbl>
              <a:tblPr>
                <a:effectLst>
                  <a:outerShdw blurRad="63500" sx="102000" sy="102000" algn="ctr" rotWithShape="0">
                    <a:prstClr val="black">
                      <a:alpha val="40000"/>
                    </a:prstClr>
                  </a:outerShdw>
                </a:effectLst>
              </a:tblPr>
              <a:tblGrid>
                <a:gridCol w="1397928"/>
                <a:gridCol w="1245772"/>
                <a:gridCol w="1306000"/>
              </a:tblGrid>
              <a:tr h="333375">
                <a:tc>
                  <a:txBody>
                    <a:bodyPr/>
                    <a:lstStyle/>
                    <a:p>
                      <a:pPr algn="ctr" fontAlgn="ctr"/>
                      <a:r>
                        <a:rPr lang="en-US" sz="1000" b="1" i="0" u="none" strike="noStrike" dirty="0">
                          <a:solidFill>
                            <a:srgbClr val="000000"/>
                          </a:solidFill>
                          <a:effectLst/>
                          <a:latin typeface="Calibri" panose="020F0502020204030204" pitchFamily="34" charset="0"/>
                        </a:rPr>
                        <a:t>Modules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fontAlgn="ctr"/>
                      <a:r>
                        <a:rPr lang="en-US" sz="1000" b="1" i="0" u="none" strike="noStrike">
                          <a:solidFill>
                            <a:srgbClr val="000000"/>
                          </a:solidFill>
                          <a:effectLst/>
                          <a:latin typeface="Calibri" panose="020F0502020204030204" pitchFamily="34" charset="0"/>
                        </a:rPr>
                        <a:t>Manual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fontAlgn="ctr"/>
                      <a:r>
                        <a:rPr lang="en-US" sz="1000" b="1" i="0" u="none" strike="noStrike">
                          <a:solidFill>
                            <a:srgbClr val="000000"/>
                          </a:solidFill>
                          <a:effectLst/>
                          <a:latin typeface="Calibri" panose="020F0502020204030204" pitchFamily="34" charset="0"/>
                        </a:rPr>
                        <a:t>Automation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r>
              <a:tr h="200025">
                <a:tc>
                  <a:txBody>
                    <a:bodyPr/>
                    <a:lstStyle/>
                    <a:p>
                      <a:pPr algn="ctr" fontAlgn="b"/>
                      <a:r>
                        <a:rPr lang="en-US" sz="1000" b="0" i="0" u="none" strike="noStrike" dirty="0">
                          <a:solidFill>
                            <a:srgbClr val="000000"/>
                          </a:solidFill>
                          <a:effectLst/>
                          <a:latin typeface="Calibri" panose="020F0502020204030204" pitchFamily="34" charset="0"/>
                        </a:rPr>
                        <a:t>Order Channels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DD4FF"/>
                    </a:solidFill>
                  </a:tcPr>
                </a:tc>
                <a:tc>
                  <a:txBody>
                    <a:bodyPr/>
                    <a:lstStyle/>
                    <a:p>
                      <a:pPr algn="ctr" fontAlgn="b"/>
                      <a:r>
                        <a:rPr lang="en-US" sz="1000" b="0" i="0" u="none" strike="noStrike">
                          <a:solidFill>
                            <a:srgbClr val="000000"/>
                          </a:solidFill>
                          <a:effectLst/>
                          <a:latin typeface="Calibri" panose="020F0502020204030204" pitchFamily="34" charset="0"/>
                        </a:rPr>
                        <a:t>110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80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Order Entry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123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90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Allocation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115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97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Picking</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Invoicing</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90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90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Manifest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30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30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Receiving</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67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67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Returns/Credits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20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Debit/Morgue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6B0A"/>
                    </a:solidFill>
                  </a:tcPr>
                </a:tc>
                <a:tc>
                  <a:txBody>
                    <a:bodyPr/>
                    <a:lstStyle/>
                    <a:p>
                      <a:pPr algn="ctr" fontAlgn="b"/>
                      <a:r>
                        <a:rPr lang="en-US" sz="1000" b="0" i="0" u="none" strike="noStrike">
                          <a:solidFill>
                            <a:srgbClr val="000000"/>
                          </a:solidFill>
                          <a:effectLst/>
                          <a:latin typeface="Calibri" panose="020F0502020204030204" pitchFamily="34" charset="0"/>
                        </a:rPr>
                        <a:t>20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Warehouse Maintenance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1000" b="0" i="0" u="none" strike="noStrike">
                          <a:solidFill>
                            <a:srgbClr val="000000"/>
                          </a:solidFill>
                          <a:effectLst/>
                          <a:latin typeface="Calibri" panose="020F0502020204030204" pitchFamily="34" charset="0"/>
                        </a:rPr>
                        <a:t>20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EOD/EOM/EOY</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b"/>
                      <a:r>
                        <a:rPr lang="en-US" sz="1000" b="0" i="0" u="none" strike="noStrike" dirty="0">
                          <a:solidFill>
                            <a:srgbClr val="000000"/>
                          </a:solidFill>
                          <a:effectLst/>
                          <a:latin typeface="Calibri" panose="020F0502020204030204" pitchFamily="34" charset="0"/>
                        </a:rPr>
                        <a:t>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Calibri" panose="020F0502020204030204" pitchFamily="34" charset="0"/>
                        </a:rPr>
                        <a:t>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0025">
                <a:tc>
                  <a:txBody>
                    <a:bodyPr/>
                    <a:lstStyle/>
                    <a:p>
                      <a:pPr algn="ctr" fontAlgn="b"/>
                      <a:r>
                        <a:rPr lang="en-US" sz="1000" b="0" i="0" u="none" strike="noStrike">
                          <a:solidFill>
                            <a:srgbClr val="000000"/>
                          </a:solidFill>
                          <a:effectLst/>
                          <a:latin typeface="Calibri" panose="020F0502020204030204" pitchFamily="34" charset="0"/>
                        </a:rPr>
                        <a:t>Miscellaneous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b"/>
                      <a:r>
                        <a:rPr lang="en-US" sz="1000" b="0" i="0" u="none" strike="noStrike">
                          <a:solidFill>
                            <a:srgbClr val="000000"/>
                          </a:solidFill>
                          <a:effectLst/>
                          <a:latin typeface="Calibri" panose="020F0502020204030204" pitchFamily="34" charset="0"/>
                        </a:rPr>
                        <a:t>30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Calibri" panose="020F0502020204030204" pitchFamily="34" charset="0"/>
                        </a:rPr>
                        <a:t>24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9550">
                <a:tc>
                  <a:txBody>
                    <a:bodyPr/>
                    <a:lstStyle/>
                    <a:p>
                      <a:pPr algn="ctr" fontAlgn="b"/>
                      <a:r>
                        <a:rPr lang="en-US" sz="1200" b="1" i="0" u="none" strike="noStrike">
                          <a:solidFill>
                            <a:srgbClr val="000000"/>
                          </a:solidFill>
                          <a:effectLst/>
                          <a:latin typeface="Calibri" panose="020F0502020204030204" pitchFamily="34"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fontAlgn="b"/>
                      <a:r>
                        <a:rPr lang="en-US" sz="1200" b="1" i="0" u="none" strike="noStrike">
                          <a:solidFill>
                            <a:srgbClr val="000000"/>
                          </a:solidFill>
                          <a:effectLst/>
                          <a:latin typeface="Calibri" panose="020F0502020204030204" pitchFamily="34" charset="0"/>
                        </a:rPr>
                        <a:t>723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algn="ctr" fontAlgn="b"/>
                      <a:r>
                        <a:rPr lang="en-US" sz="1200" b="1" i="0" u="none" strike="noStrike" dirty="0">
                          <a:solidFill>
                            <a:srgbClr val="000000"/>
                          </a:solidFill>
                          <a:effectLst/>
                          <a:latin typeface="Calibri" panose="020F0502020204030204" pitchFamily="34" charset="0"/>
                        </a:rPr>
                        <a:t>623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r>
            </a:tbl>
          </a:graphicData>
        </a:graphic>
      </p:graphicFrame>
      <p:pic>
        <p:nvPicPr>
          <p:cNvPr id="5" name="Picture 4"/>
          <p:cNvPicPr>
            <a:picLocks noChangeAspect="1"/>
          </p:cNvPicPr>
          <p:nvPr/>
        </p:nvPicPr>
        <p:blipFill>
          <a:blip r:embed="rId2"/>
          <a:stretch>
            <a:fillRect/>
          </a:stretch>
        </p:blipFill>
        <p:spPr>
          <a:xfrm>
            <a:off x="4477664" y="905149"/>
            <a:ext cx="4499163" cy="2675178"/>
          </a:xfrm>
          <a:prstGeom prst="rect">
            <a:avLst/>
          </a:prstGeom>
        </p:spPr>
      </p:pic>
      <p:pic>
        <p:nvPicPr>
          <p:cNvPr id="11" name="Picture 10"/>
          <p:cNvPicPr>
            <a:picLocks noChangeAspect="1"/>
          </p:cNvPicPr>
          <p:nvPr/>
        </p:nvPicPr>
        <p:blipFill>
          <a:blip r:embed="rId3"/>
          <a:stretch>
            <a:fillRect/>
          </a:stretch>
        </p:blipFill>
        <p:spPr>
          <a:xfrm>
            <a:off x="7500" y="887491"/>
            <a:ext cx="4586272" cy="2969837"/>
          </a:xfrm>
          <a:prstGeom prst="rect">
            <a:avLst/>
          </a:prstGeom>
        </p:spPr>
      </p:pic>
    </p:spTree>
    <p:extLst>
      <p:ext uri="{BB962C8B-B14F-4D97-AF65-F5344CB8AC3E}">
        <p14:creationId xmlns:p14="http://schemas.microsoft.com/office/powerpoint/2010/main" val="37503553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lstStyle/>
          <a:p>
            <a:r>
              <a:rPr lang="en-US" dirty="0" smtClean="0"/>
              <a:t>PDSC – RECALL &amp; Core DB</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7301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0" y="181078"/>
            <a:ext cx="9205415"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PDSC – RECALL &amp; </a:t>
            </a:r>
            <a:r>
              <a:rPr lang="en-US" sz="2400" dirty="0" smtClean="0">
                <a:solidFill>
                  <a:schemeClr val="tx1"/>
                </a:solidFill>
              </a:rPr>
              <a:t>Core DB</a:t>
            </a:r>
            <a:endParaRPr lang="en-US" sz="2400" dirty="0">
              <a:solidFill>
                <a:schemeClr val="tx1"/>
              </a:solidFill>
            </a:endParaRPr>
          </a:p>
        </p:txBody>
      </p:sp>
      <p:sp>
        <p:nvSpPr>
          <p:cNvPr id="16" name="TextBox 15"/>
          <p:cNvSpPr txBox="1"/>
          <p:nvPr/>
        </p:nvSpPr>
        <p:spPr>
          <a:xfrm>
            <a:off x="24505" y="1439664"/>
            <a:ext cx="9119495" cy="984885"/>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a:t>Recall started with an initial plan of  30 Test Scenarios. Which have been developed</a:t>
            </a:r>
          </a:p>
          <a:p>
            <a:r>
              <a:rPr lang="en-US" dirty="0"/>
              <a:t>Test Automation is currently on hold as the tool for Automation is yet to be decided</a:t>
            </a:r>
          </a:p>
          <a:p>
            <a:r>
              <a:rPr lang="en-US" dirty="0"/>
              <a:t>After the review from the stake holders,  Test Scenarios count has been revised to 60 Scenarios</a:t>
            </a:r>
          </a:p>
        </p:txBody>
      </p:sp>
      <p:sp>
        <p:nvSpPr>
          <p:cNvPr id="4" name="Text Box 416"/>
          <p:cNvSpPr txBox="1">
            <a:spLocks noChangeArrowheads="1"/>
          </p:cNvSpPr>
          <p:nvPr/>
        </p:nvSpPr>
        <p:spPr bwMode="auto">
          <a:xfrm>
            <a:off x="24505" y="1047290"/>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5" name="Text Box 415"/>
          <p:cNvSpPr txBox="1">
            <a:spLocks noChangeArrowheads="1"/>
          </p:cNvSpPr>
          <p:nvPr/>
        </p:nvSpPr>
        <p:spPr bwMode="auto">
          <a:xfrm>
            <a:off x="-386365" y="1058811"/>
            <a:ext cx="1918951" cy="369332"/>
          </a:xfrm>
          <a:prstGeom prst="rect">
            <a:avLst/>
          </a:prstGeom>
          <a:noFill/>
          <a:ln w="9525">
            <a:noFill/>
            <a:miter lim="800000"/>
            <a:headEnd/>
            <a:tailEnd/>
          </a:ln>
        </p:spPr>
        <p:txBody>
          <a:bodyPr wrap="square">
            <a:spAutoFit/>
          </a:bodyPr>
          <a:lstStyle/>
          <a:p>
            <a:pPr marL="115888" indent="-115888" algn="ctr">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RECALL</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6" name="TextBox 5"/>
          <p:cNvSpPr txBox="1"/>
          <p:nvPr/>
        </p:nvSpPr>
        <p:spPr>
          <a:xfrm>
            <a:off x="0" y="3021612"/>
            <a:ext cx="9119495" cy="907941"/>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a:t>We started with </a:t>
            </a:r>
            <a:r>
              <a:rPr lang="en-US" dirty="0" err="1"/>
              <a:t>CoreDB</a:t>
            </a:r>
            <a:r>
              <a:rPr lang="en-US" dirty="0"/>
              <a:t> early to utilize the resources due to the delay in tool selection for </a:t>
            </a:r>
            <a:r>
              <a:rPr lang="en-US" dirty="0" err="1"/>
              <a:t>Distrack</a:t>
            </a:r>
            <a:r>
              <a:rPr lang="en-US" dirty="0"/>
              <a:t> an Recall</a:t>
            </a:r>
          </a:p>
          <a:p>
            <a:r>
              <a:rPr lang="en-US" dirty="0"/>
              <a:t>Completed 65 Manual Test Cases and 25 Automation Test Scripts</a:t>
            </a:r>
          </a:p>
        </p:txBody>
      </p:sp>
      <p:sp>
        <p:nvSpPr>
          <p:cNvPr id="7" name="Text Box 416"/>
          <p:cNvSpPr txBox="1">
            <a:spLocks noChangeArrowheads="1"/>
          </p:cNvSpPr>
          <p:nvPr/>
        </p:nvSpPr>
        <p:spPr bwMode="auto">
          <a:xfrm>
            <a:off x="0" y="2629238"/>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8" name="Text Box 415"/>
          <p:cNvSpPr txBox="1">
            <a:spLocks noChangeArrowheads="1"/>
          </p:cNvSpPr>
          <p:nvPr/>
        </p:nvSpPr>
        <p:spPr bwMode="auto">
          <a:xfrm>
            <a:off x="-24504" y="2652280"/>
            <a:ext cx="1918951"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Core DB</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0" name="TextBox 9"/>
          <p:cNvSpPr txBox="1"/>
          <p:nvPr/>
        </p:nvSpPr>
        <p:spPr>
          <a:xfrm>
            <a:off x="17024" y="4547410"/>
            <a:ext cx="9078140" cy="984885"/>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r>
              <a:rPr lang="en-US" dirty="0"/>
              <a:t>Object Identification Issues – CCDB and MIF Applications</a:t>
            </a:r>
          </a:p>
          <a:p>
            <a:r>
              <a:rPr lang="en-US" dirty="0"/>
              <a:t>Identification of Integration scenarios</a:t>
            </a:r>
          </a:p>
          <a:p>
            <a:r>
              <a:rPr lang="en-US" dirty="0"/>
              <a:t>Getting the access to the downstream applications</a:t>
            </a:r>
          </a:p>
        </p:txBody>
      </p:sp>
      <p:sp>
        <p:nvSpPr>
          <p:cNvPr id="11" name="Text Box 416"/>
          <p:cNvSpPr txBox="1">
            <a:spLocks noChangeArrowheads="1"/>
          </p:cNvSpPr>
          <p:nvPr/>
        </p:nvSpPr>
        <p:spPr bwMode="auto">
          <a:xfrm>
            <a:off x="17024" y="4178078"/>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2" name="Text Box 415"/>
          <p:cNvSpPr txBox="1">
            <a:spLocks noChangeArrowheads="1"/>
          </p:cNvSpPr>
          <p:nvPr/>
        </p:nvSpPr>
        <p:spPr bwMode="auto">
          <a:xfrm>
            <a:off x="-7480" y="4201120"/>
            <a:ext cx="1918951" cy="369332"/>
          </a:xfrm>
          <a:prstGeom prst="rect">
            <a:avLst/>
          </a:prstGeom>
          <a:noFill/>
          <a:ln w="9525">
            <a:noFill/>
            <a:miter lim="800000"/>
            <a:headEnd/>
            <a:tailEnd/>
          </a:ln>
        </p:spPr>
        <p:txBody>
          <a:bodyPr wrap="square">
            <a:spAutoFit/>
          </a:bodyPr>
          <a:lstStyle/>
          <a:p>
            <a:pPr marL="115888" indent="-115888" algn="ctr">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Key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Tree>
    <p:extLst>
      <p:ext uri="{BB962C8B-B14F-4D97-AF65-F5344CB8AC3E}">
        <p14:creationId xmlns:p14="http://schemas.microsoft.com/office/powerpoint/2010/main" val="41643143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normAutofit/>
          </a:bodyPr>
          <a:lstStyle/>
          <a:p>
            <a:r>
              <a:rPr lang="en-US" dirty="0"/>
              <a:t>AGILE Testing</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1962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798" y="145522"/>
            <a:ext cx="8189776"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Agenda</a:t>
            </a:r>
            <a:endParaRPr lang="en-US" sz="2400" dirty="0">
              <a:solidFill>
                <a:schemeClr val="tx1"/>
              </a:solidFill>
            </a:endParaRPr>
          </a:p>
        </p:txBody>
      </p:sp>
      <p:sp>
        <p:nvSpPr>
          <p:cNvPr id="4" name="Text Placeholder 3"/>
          <p:cNvSpPr>
            <a:spLocks noGrp="1"/>
          </p:cNvSpPr>
          <p:nvPr>
            <p:ph type="body" sz="quarter" idx="11"/>
          </p:nvPr>
        </p:nvSpPr>
        <p:spPr>
          <a:xfrm>
            <a:off x="1003191" y="2055865"/>
            <a:ext cx="7775804" cy="855893"/>
          </a:xfrm>
        </p:spPr>
        <p:txBody>
          <a:bodyPr>
            <a:normAutofit/>
          </a:bodyPr>
          <a:lstStyle/>
          <a:p>
            <a:r>
              <a:rPr lang="en-US" sz="1800" dirty="0">
                <a:solidFill>
                  <a:schemeClr val="tx1"/>
                </a:solidFill>
              </a:rPr>
              <a:t>Project Overview – Team Structure Roles and Responsibilities and Tools Used</a:t>
            </a:r>
            <a:endParaRPr lang="en-US" sz="1800" dirty="0">
              <a:solidFill>
                <a:schemeClr val="tx1"/>
              </a:solidFill>
            </a:endParaRPr>
          </a:p>
        </p:txBody>
      </p:sp>
      <p:sp>
        <p:nvSpPr>
          <p:cNvPr id="9" name="Text Placeholder 8"/>
          <p:cNvSpPr>
            <a:spLocks noGrp="1"/>
          </p:cNvSpPr>
          <p:nvPr>
            <p:ph type="body" sz="quarter" idx="16"/>
          </p:nvPr>
        </p:nvSpPr>
        <p:spPr>
          <a:xfrm>
            <a:off x="460374" y="2166368"/>
            <a:ext cx="352425" cy="348232"/>
          </a:xfrm>
        </p:spPr>
        <p:txBody>
          <a:bodyPr>
            <a:normAutofit fontScale="85000" lnSpcReduction="20000"/>
          </a:bodyPr>
          <a:lstStyle/>
          <a:p>
            <a:r>
              <a:rPr lang="en-US" dirty="0" smtClean="0"/>
              <a:t>2</a:t>
            </a:r>
            <a:endParaRPr lang="en-US" dirty="0"/>
          </a:p>
        </p:txBody>
      </p:sp>
      <p:sp>
        <p:nvSpPr>
          <p:cNvPr id="15" name="Text Placeholder 3"/>
          <p:cNvSpPr>
            <a:spLocks noGrp="1"/>
          </p:cNvSpPr>
          <p:nvPr>
            <p:ph type="body" sz="quarter" idx="11"/>
          </p:nvPr>
        </p:nvSpPr>
        <p:spPr>
          <a:xfrm>
            <a:off x="1003191" y="1027589"/>
            <a:ext cx="7557748" cy="395180"/>
          </a:xfrm>
        </p:spPr>
        <p:txBody>
          <a:bodyPr>
            <a:normAutofit lnSpcReduction="10000"/>
          </a:bodyPr>
          <a:lstStyle/>
          <a:p>
            <a:r>
              <a:rPr lang="en-US" sz="2200" dirty="0" smtClean="0">
                <a:solidFill>
                  <a:schemeClr val="tx1"/>
                </a:solidFill>
              </a:rPr>
              <a:t> </a:t>
            </a:r>
            <a:endParaRPr lang="en-US" sz="2200" dirty="0">
              <a:solidFill>
                <a:schemeClr val="tx1"/>
              </a:solidFill>
            </a:endParaRPr>
          </a:p>
        </p:txBody>
      </p:sp>
      <p:sp>
        <p:nvSpPr>
          <p:cNvPr id="13" name="Text Placeholder 9"/>
          <p:cNvSpPr>
            <a:spLocks noGrp="1"/>
          </p:cNvSpPr>
          <p:nvPr>
            <p:ph type="body" sz="quarter" idx="17"/>
          </p:nvPr>
        </p:nvSpPr>
        <p:spPr>
          <a:xfrm>
            <a:off x="460374" y="3273846"/>
            <a:ext cx="352425" cy="369467"/>
          </a:xfrm>
        </p:spPr>
        <p:txBody>
          <a:bodyPr>
            <a:normAutofit fontScale="92500" lnSpcReduction="20000"/>
          </a:bodyPr>
          <a:lstStyle/>
          <a:p>
            <a:r>
              <a:rPr lang="en-US" dirty="0" smtClean="0"/>
              <a:t>3</a:t>
            </a:r>
            <a:endParaRPr lang="en-US" dirty="0"/>
          </a:p>
        </p:txBody>
      </p:sp>
      <p:sp>
        <p:nvSpPr>
          <p:cNvPr id="14" name="Text Placeholder 4"/>
          <p:cNvSpPr>
            <a:spLocks noGrp="1"/>
          </p:cNvSpPr>
          <p:nvPr>
            <p:ph type="body" sz="quarter" idx="12"/>
          </p:nvPr>
        </p:nvSpPr>
        <p:spPr>
          <a:xfrm>
            <a:off x="1003191" y="3314862"/>
            <a:ext cx="7557748" cy="449865"/>
          </a:xfrm>
        </p:spPr>
        <p:txBody>
          <a:bodyPr>
            <a:normAutofit/>
          </a:bodyPr>
          <a:lstStyle/>
          <a:p>
            <a:r>
              <a:rPr lang="en-US" sz="1800" dirty="0">
                <a:solidFill>
                  <a:schemeClr val="tx1"/>
                </a:solidFill>
              </a:rPr>
              <a:t>Key Challenges and Solutions</a:t>
            </a:r>
            <a:endParaRPr lang="en-US" sz="1800" dirty="0">
              <a:solidFill>
                <a:schemeClr val="tx1"/>
              </a:solidFill>
            </a:endParaRPr>
          </a:p>
        </p:txBody>
      </p:sp>
      <p:sp>
        <p:nvSpPr>
          <p:cNvPr id="8" name="Text Placeholder 8"/>
          <p:cNvSpPr>
            <a:spLocks noGrp="1"/>
          </p:cNvSpPr>
          <p:nvPr>
            <p:ph type="body" sz="quarter" idx="16"/>
          </p:nvPr>
        </p:nvSpPr>
        <p:spPr>
          <a:xfrm>
            <a:off x="432711" y="1249127"/>
            <a:ext cx="352424" cy="347284"/>
          </a:xfrm>
        </p:spPr>
        <p:txBody>
          <a:bodyPr>
            <a:normAutofit fontScale="85000" lnSpcReduction="20000"/>
          </a:bodyPr>
          <a:lstStyle/>
          <a:p>
            <a:r>
              <a:rPr lang="en-US" dirty="0" smtClean="0"/>
              <a:t>2</a:t>
            </a:r>
            <a:endParaRPr lang="en-US" dirty="0"/>
          </a:p>
        </p:txBody>
      </p:sp>
      <p:sp>
        <p:nvSpPr>
          <p:cNvPr id="10" name="Text Placeholder 3"/>
          <p:cNvSpPr>
            <a:spLocks noGrp="1"/>
          </p:cNvSpPr>
          <p:nvPr>
            <p:ph type="body" sz="quarter" idx="11"/>
          </p:nvPr>
        </p:nvSpPr>
        <p:spPr>
          <a:xfrm>
            <a:off x="1003191" y="1183960"/>
            <a:ext cx="7775804" cy="427947"/>
          </a:xfrm>
        </p:spPr>
        <p:txBody>
          <a:bodyPr>
            <a:normAutofit/>
          </a:bodyPr>
          <a:lstStyle/>
          <a:p>
            <a:r>
              <a:rPr lang="en-US" sz="1800" dirty="0">
                <a:solidFill>
                  <a:schemeClr val="tx1"/>
                </a:solidFill>
              </a:rPr>
              <a:t>The </a:t>
            </a:r>
            <a:r>
              <a:rPr lang="en-US" sz="1800" dirty="0">
                <a:solidFill>
                  <a:schemeClr val="tx1"/>
                </a:solidFill>
              </a:rPr>
              <a:t>FUSE</a:t>
            </a:r>
            <a:r>
              <a:rPr lang="en-US" sz="1800" dirty="0">
                <a:solidFill>
                  <a:schemeClr val="tx1"/>
                </a:solidFill>
              </a:rPr>
              <a:t> Story</a:t>
            </a:r>
            <a:endParaRPr lang="en-US" sz="1800" dirty="0">
              <a:solidFill>
                <a:schemeClr val="tx1"/>
              </a:solidFill>
            </a:endParaRPr>
          </a:p>
        </p:txBody>
      </p:sp>
    </p:spTree>
    <p:extLst>
      <p:ext uri="{BB962C8B-B14F-4D97-AF65-F5344CB8AC3E}">
        <p14:creationId xmlns:p14="http://schemas.microsoft.com/office/powerpoint/2010/main" val="227707406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500748" y="2612809"/>
            <a:ext cx="8189231" cy="623887"/>
          </a:xfrm>
        </p:spPr>
        <p:txBody>
          <a:bodyPr>
            <a:normAutofit/>
          </a:bodyPr>
          <a:lstStyle/>
          <a:p>
            <a:r>
              <a:rPr lang="en-US" dirty="0"/>
              <a:t>The FUSE Story</a:t>
            </a:r>
            <a:endParaRPr lang="en-US"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0413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9"/>
          <p:cNvGrpSpPr>
            <a:grpSpLocks noChangeAspect="1"/>
          </p:cNvGrpSpPr>
          <p:nvPr/>
        </p:nvGrpSpPr>
        <p:grpSpPr bwMode="auto">
          <a:xfrm>
            <a:off x="6116646" y="1924228"/>
            <a:ext cx="1116661" cy="806067"/>
            <a:chOff x="2586" y="1518"/>
            <a:chExt cx="604" cy="436"/>
          </a:xfrm>
          <a:solidFill>
            <a:schemeClr val="bg1"/>
          </a:solidFill>
        </p:grpSpPr>
        <p:sp>
          <p:nvSpPr>
            <p:cNvPr id="30" name="Freeform 10"/>
            <p:cNvSpPr>
              <a:spLocks noEditPoints="1"/>
            </p:cNvSpPr>
            <p:nvPr/>
          </p:nvSpPr>
          <p:spPr bwMode="auto">
            <a:xfrm>
              <a:off x="2586" y="1585"/>
              <a:ext cx="604" cy="328"/>
            </a:xfrm>
            <a:custGeom>
              <a:avLst/>
              <a:gdLst/>
              <a:ahLst/>
              <a:cxnLst>
                <a:cxn ang="0">
                  <a:pos x="0" y="7244"/>
                </a:cxn>
                <a:cxn ang="0">
                  <a:pos x="2240" y="7244"/>
                </a:cxn>
                <a:cxn ang="0">
                  <a:pos x="2240" y="8854"/>
                </a:cxn>
                <a:cxn ang="0">
                  <a:pos x="0" y="8854"/>
                </a:cxn>
                <a:cxn ang="0">
                  <a:pos x="0" y="7244"/>
                </a:cxn>
                <a:cxn ang="0">
                  <a:pos x="13888" y="7244"/>
                </a:cxn>
                <a:cxn ang="0">
                  <a:pos x="16308" y="7244"/>
                </a:cxn>
                <a:cxn ang="0">
                  <a:pos x="16308" y="8854"/>
                </a:cxn>
                <a:cxn ang="0">
                  <a:pos x="13888" y="8854"/>
                </a:cxn>
                <a:cxn ang="0">
                  <a:pos x="13888" y="7244"/>
                </a:cxn>
                <a:cxn ang="0">
                  <a:pos x="0" y="0"/>
                </a:cxn>
                <a:cxn ang="0">
                  <a:pos x="2240" y="0"/>
                </a:cxn>
                <a:cxn ang="0">
                  <a:pos x="2240" y="1610"/>
                </a:cxn>
                <a:cxn ang="0">
                  <a:pos x="0" y="1610"/>
                </a:cxn>
                <a:cxn ang="0">
                  <a:pos x="0" y="0"/>
                </a:cxn>
                <a:cxn ang="0">
                  <a:pos x="13888" y="0"/>
                </a:cxn>
                <a:cxn ang="0">
                  <a:pos x="16308" y="0"/>
                </a:cxn>
                <a:cxn ang="0">
                  <a:pos x="16308" y="1610"/>
                </a:cxn>
                <a:cxn ang="0">
                  <a:pos x="13888" y="1610"/>
                </a:cxn>
                <a:cxn ang="0">
                  <a:pos x="13888" y="0"/>
                </a:cxn>
                <a:cxn ang="0">
                  <a:pos x="0" y="2414"/>
                </a:cxn>
                <a:cxn ang="0">
                  <a:pos x="2240" y="2414"/>
                </a:cxn>
                <a:cxn ang="0">
                  <a:pos x="2240" y="4025"/>
                </a:cxn>
                <a:cxn ang="0">
                  <a:pos x="0" y="4025"/>
                </a:cxn>
                <a:cxn ang="0">
                  <a:pos x="0" y="2414"/>
                </a:cxn>
                <a:cxn ang="0">
                  <a:pos x="13888" y="2414"/>
                </a:cxn>
                <a:cxn ang="0">
                  <a:pos x="16308" y="2414"/>
                </a:cxn>
                <a:cxn ang="0">
                  <a:pos x="16308" y="4025"/>
                </a:cxn>
                <a:cxn ang="0">
                  <a:pos x="13888" y="4025"/>
                </a:cxn>
                <a:cxn ang="0">
                  <a:pos x="13888" y="2414"/>
                </a:cxn>
                <a:cxn ang="0">
                  <a:pos x="0" y="4829"/>
                </a:cxn>
                <a:cxn ang="0">
                  <a:pos x="2240" y="4829"/>
                </a:cxn>
                <a:cxn ang="0">
                  <a:pos x="2240" y="6439"/>
                </a:cxn>
                <a:cxn ang="0">
                  <a:pos x="0" y="6439"/>
                </a:cxn>
                <a:cxn ang="0">
                  <a:pos x="0" y="4829"/>
                </a:cxn>
                <a:cxn ang="0">
                  <a:pos x="13888" y="4829"/>
                </a:cxn>
                <a:cxn ang="0">
                  <a:pos x="16308" y="4829"/>
                </a:cxn>
                <a:cxn ang="0">
                  <a:pos x="16308" y="6439"/>
                </a:cxn>
                <a:cxn ang="0">
                  <a:pos x="13888" y="6439"/>
                </a:cxn>
                <a:cxn ang="0">
                  <a:pos x="13888" y="4829"/>
                </a:cxn>
              </a:cxnLst>
              <a:rect l="0" t="0" r="r" b="b"/>
              <a:pathLst>
                <a:path w="16308" h="8854">
                  <a:moveTo>
                    <a:pt x="0" y="7244"/>
                  </a:moveTo>
                  <a:lnTo>
                    <a:pt x="2240" y="7244"/>
                  </a:lnTo>
                  <a:lnTo>
                    <a:pt x="2240" y="8854"/>
                  </a:lnTo>
                  <a:lnTo>
                    <a:pt x="0" y="8854"/>
                  </a:lnTo>
                  <a:lnTo>
                    <a:pt x="0" y="7244"/>
                  </a:lnTo>
                  <a:close/>
                  <a:moveTo>
                    <a:pt x="13888" y="7244"/>
                  </a:moveTo>
                  <a:lnTo>
                    <a:pt x="16308" y="7244"/>
                  </a:lnTo>
                  <a:lnTo>
                    <a:pt x="16308" y="8854"/>
                  </a:lnTo>
                  <a:lnTo>
                    <a:pt x="13888" y="8854"/>
                  </a:lnTo>
                  <a:lnTo>
                    <a:pt x="13888" y="7244"/>
                  </a:lnTo>
                  <a:close/>
                  <a:moveTo>
                    <a:pt x="0" y="0"/>
                  </a:moveTo>
                  <a:lnTo>
                    <a:pt x="2240" y="0"/>
                  </a:lnTo>
                  <a:lnTo>
                    <a:pt x="2240" y="1610"/>
                  </a:lnTo>
                  <a:lnTo>
                    <a:pt x="0" y="1610"/>
                  </a:lnTo>
                  <a:lnTo>
                    <a:pt x="0" y="0"/>
                  </a:lnTo>
                  <a:close/>
                  <a:moveTo>
                    <a:pt x="13888" y="0"/>
                  </a:moveTo>
                  <a:lnTo>
                    <a:pt x="16308" y="0"/>
                  </a:lnTo>
                  <a:lnTo>
                    <a:pt x="16308" y="1610"/>
                  </a:lnTo>
                  <a:lnTo>
                    <a:pt x="13888" y="1610"/>
                  </a:lnTo>
                  <a:lnTo>
                    <a:pt x="13888" y="0"/>
                  </a:lnTo>
                  <a:close/>
                  <a:moveTo>
                    <a:pt x="0" y="2414"/>
                  </a:moveTo>
                  <a:lnTo>
                    <a:pt x="2240" y="2414"/>
                  </a:lnTo>
                  <a:lnTo>
                    <a:pt x="2240" y="4025"/>
                  </a:lnTo>
                  <a:lnTo>
                    <a:pt x="0" y="4025"/>
                  </a:lnTo>
                  <a:lnTo>
                    <a:pt x="0" y="2414"/>
                  </a:lnTo>
                  <a:close/>
                  <a:moveTo>
                    <a:pt x="13888" y="2414"/>
                  </a:moveTo>
                  <a:lnTo>
                    <a:pt x="16308" y="2414"/>
                  </a:lnTo>
                  <a:lnTo>
                    <a:pt x="16308" y="4025"/>
                  </a:lnTo>
                  <a:lnTo>
                    <a:pt x="13888" y="4025"/>
                  </a:lnTo>
                  <a:lnTo>
                    <a:pt x="13888" y="2414"/>
                  </a:lnTo>
                  <a:close/>
                  <a:moveTo>
                    <a:pt x="0" y="4829"/>
                  </a:moveTo>
                  <a:lnTo>
                    <a:pt x="2240" y="4829"/>
                  </a:lnTo>
                  <a:lnTo>
                    <a:pt x="2240" y="6439"/>
                  </a:lnTo>
                  <a:lnTo>
                    <a:pt x="0" y="6439"/>
                  </a:lnTo>
                  <a:lnTo>
                    <a:pt x="0" y="4829"/>
                  </a:lnTo>
                  <a:close/>
                  <a:moveTo>
                    <a:pt x="13888" y="4829"/>
                  </a:moveTo>
                  <a:lnTo>
                    <a:pt x="16308" y="4829"/>
                  </a:lnTo>
                  <a:lnTo>
                    <a:pt x="16308" y="6439"/>
                  </a:lnTo>
                  <a:lnTo>
                    <a:pt x="13888" y="6439"/>
                  </a:lnTo>
                  <a:lnTo>
                    <a:pt x="13888" y="482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IN" dirty="0">
                <a:solidFill>
                  <a:prstClr val="black"/>
                </a:solidFill>
              </a:endParaRPr>
            </a:p>
          </p:txBody>
        </p:sp>
        <p:sp>
          <p:nvSpPr>
            <p:cNvPr id="31" name="Freeform 11"/>
            <p:cNvSpPr>
              <a:spLocks noEditPoints="1"/>
            </p:cNvSpPr>
            <p:nvPr/>
          </p:nvSpPr>
          <p:spPr bwMode="auto">
            <a:xfrm>
              <a:off x="2669" y="1518"/>
              <a:ext cx="431" cy="436"/>
            </a:xfrm>
            <a:custGeom>
              <a:avLst/>
              <a:gdLst/>
              <a:ahLst/>
              <a:cxnLst>
                <a:cxn ang="0">
                  <a:pos x="0" y="0"/>
                </a:cxn>
                <a:cxn ang="0">
                  <a:pos x="11648" y="0"/>
                </a:cxn>
                <a:cxn ang="0">
                  <a:pos x="11648" y="11772"/>
                </a:cxn>
                <a:cxn ang="0">
                  <a:pos x="0" y="11772"/>
                </a:cxn>
                <a:cxn ang="0">
                  <a:pos x="0" y="0"/>
                </a:cxn>
                <a:cxn ang="0">
                  <a:pos x="1344" y="1358"/>
                </a:cxn>
                <a:cxn ang="0">
                  <a:pos x="10305" y="1358"/>
                </a:cxn>
                <a:cxn ang="0">
                  <a:pos x="10305" y="10414"/>
                </a:cxn>
                <a:cxn ang="0">
                  <a:pos x="1344" y="10414"/>
                </a:cxn>
                <a:cxn ang="0">
                  <a:pos x="1344" y="1358"/>
                </a:cxn>
                <a:cxn ang="0">
                  <a:pos x="2241" y="2264"/>
                </a:cxn>
                <a:cxn ang="0">
                  <a:pos x="9409" y="2264"/>
                </a:cxn>
                <a:cxn ang="0">
                  <a:pos x="9409" y="9508"/>
                </a:cxn>
                <a:cxn ang="0">
                  <a:pos x="2241" y="9508"/>
                </a:cxn>
                <a:cxn ang="0">
                  <a:pos x="2241" y="2264"/>
                </a:cxn>
              </a:cxnLst>
              <a:rect l="0" t="0" r="r" b="b"/>
              <a:pathLst>
                <a:path w="11648" h="11772">
                  <a:moveTo>
                    <a:pt x="0" y="0"/>
                  </a:moveTo>
                  <a:lnTo>
                    <a:pt x="11648" y="0"/>
                  </a:lnTo>
                  <a:lnTo>
                    <a:pt x="11648" y="11772"/>
                  </a:lnTo>
                  <a:lnTo>
                    <a:pt x="0" y="11772"/>
                  </a:lnTo>
                  <a:lnTo>
                    <a:pt x="0" y="0"/>
                  </a:lnTo>
                  <a:close/>
                  <a:moveTo>
                    <a:pt x="1344" y="1358"/>
                  </a:moveTo>
                  <a:lnTo>
                    <a:pt x="10305" y="1358"/>
                  </a:lnTo>
                  <a:lnTo>
                    <a:pt x="10305" y="10414"/>
                  </a:lnTo>
                  <a:lnTo>
                    <a:pt x="1344" y="10414"/>
                  </a:lnTo>
                  <a:lnTo>
                    <a:pt x="1344" y="1358"/>
                  </a:lnTo>
                  <a:close/>
                  <a:moveTo>
                    <a:pt x="2241" y="2264"/>
                  </a:moveTo>
                  <a:lnTo>
                    <a:pt x="9409" y="2264"/>
                  </a:lnTo>
                  <a:lnTo>
                    <a:pt x="9409" y="9508"/>
                  </a:lnTo>
                  <a:lnTo>
                    <a:pt x="2241" y="9508"/>
                  </a:lnTo>
                  <a:lnTo>
                    <a:pt x="2241" y="226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IN" dirty="0">
                <a:solidFill>
                  <a:prstClr val="black"/>
                </a:solidFill>
              </a:endParaRPr>
            </a:p>
          </p:txBody>
        </p:sp>
      </p:grpSp>
      <p:sp>
        <p:nvSpPr>
          <p:cNvPr id="9" name="Rectangle 2"/>
          <p:cNvSpPr>
            <a:spLocks noGrp="1"/>
          </p:cNvSpPr>
          <p:nvPr>
            <p:ph type="title"/>
          </p:nvPr>
        </p:nvSpPr>
        <p:spPr>
          <a:xfrm>
            <a:off x="19050" y="158101"/>
            <a:ext cx="5585337"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At the Table in </a:t>
            </a:r>
            <a:r>
              <a:rPr lang="en-US" sz="2400" dirty="0" smtClean="0">
                <a:solidFill>
                  <a:schemeClr val="tx1"/>
                </a:solidFill>
              </a:rPr>
              <a:t>Fuse`</a:t>
            </a:r>
            <a:endParaRPr lang="en-US" sz="2400" dirty="0">
              <a:solidFill>
                <a:schemeClr val="tx1"/>
              </a:solidFill>
            </a:endParaRPr>
          </a:p>
        </p:txBody>
      </p:sp>
      <p:sp>
        <p:nvSpPr>
          <p:cNvPr id="3" name="TextBox 2"/>
          <p:cNvSpPr txBox="1"/>
          <p:nvPr/>
        </p:nvSpPr>
        <p:spPr>
          <a:xfrm>
            <a:off x="155864" y="904009"/>
            <a:ext cx="8738754" cy="5509200"/>
          </a:xfrm>
          <a:prstGeom prst="rect">
            <a:avLst/>
          </a:prstGeom>
          <a:noFill/>
        </p:spPr>
        <p:txBody>
          <a:bodyPr wrap="square" rtlCol="0">
            <a:spAutoFit/>
          </a:bodyPr>
          <a:lstStyle/>
          <a:p>
            <a:pPr marL="285750" indent="-285750">
              <a:buFont typeface="Arial" panose="020B0604020202020204" pitchFamily="34" charset="0"/>
              <a:buChar char="•"/>
            </a:pPr>
            <a:r>
              <a:rPr lang="en-US" sz="1600" dirty="0" smtClean="0">
                <a:cs typeface="Calibri" panose="020F0502020204030204" pitchFamily="34" charset="0"/>
              </a:rPr>
              <a:t>All members sitting at the table need to empower themselves to switch technical roles and responsibilities</a:t>
            </a:r>
          </a:p>
          <a:p>
            <a:pPr marL="285750" indent="-285750">
              <a:buFont typeface="Arial" panose="020B0604020202020204" pitchFamily="34" charset="0"/>
              <a:buChar char="•"/>
            </a:pPr>
            <a:endParaRPr lang="en-US" sz="1600" dirty="0">
              <a:cs typeface="Calibri" panose="020F0502020204030204" pitchFamily="34" charset="0"/>
            </a:endParaRPr>
          </a:p>
          <a:p>
            <a:pPr marL="285750" indent="-285750">
              <a:buFont typeface="Arial" panose="020B0604020202020204" pitchFamily="34" charset="0"/>
              <a:buChar char="•"/>
            </a:pPr>
            <a:r>
              <a:rPr lang="en-US" sz="1600" dirty="0" smtClean="0">
                <a:cs typeface="Calibri" panose="020F0502020204030204" pitchFamily="34" charset="0"/>
              </a:rPr>
              <a:t>Developers build/develop what “should work”</a:t>
            </a:r>
          </a:p>
          <a:p>
            <a:pPr marL="285750" indent="-285750">
              <a:buFont typeface="Arial" panose="020B0604020202020204" pitchFamily="34" charset="0"/>
              <a:buChar char="•"/>
            </a:pPr>
            <a:endParaRPr lang="en-US" sz="1600" dirty="0">
              <a:cs typeface="Calibri" panose="020F0502020204030204" pitchFamily="34" charset="0"/>
            </a:endParaRPr>
          </a:p>
          <a:p>
            <a:pPr marL="285750" indent="-285750">
              <a:buFont typeface="Arial" panose="020B0604020202020204" pitchFamily="34" charset="0"/>
              <a:buChar char="•"/>
            </a:pPr>
            <a:r>
              <a:rPr lang="en-US" sz="1600" dirty="0">
                <a:cs typeface="Calibri" panose="020F0502020204030204" pitchFamily="34" charset="0"/>
              </a:rPr>
              <a:t>Focus and Automate Unit Testing</a:t>
            </a:r>
          </a:p>
          <a:p>
            <a:pPr marL="285750" indent="-285750">
              <a:buFont typeface="Arial" panose="020B0604020202020204" pitchFamily="34" charset="0"/>
              <a:buChar char="•"/>
            </a:pPr>
            <a:endParaRPr lang="en-US" sz="1600" dirty="0" smtClean="0">
              <a:cs typeface="Calibri" panose="020F0502020204030204" pitchFamily="34" charset="0"/>
            </a:endParaRPr>
          </a:p>
          <a:p>
            <a:pPr marL="285750" indent="-285750">
              <a:buFont typeface="Arial" panose="020B0604020202020204" pitchFamily="34" charset="0"/>
              <a:buChar char="•"/>
            </a:pPr>
            <a:r>
              <a:rPr lang="en-US" sz="1600" dirty="0" smtClean="0">
                <a:cs typeface="Calibri" panose="020F0502020204030204" pitchFamily="34" charset="0"/>
              </a:rPr>
              <a:t>Involve BA and Users to test. Product Owner Signs off User Stories</a:t>
            </a:r>
          </a:p>
          <a:p>
            <a:pPr marL="285750" indent="-285750">
              <a:buFont typeface="Arial" panose="020B0604020202020204" pitchFamily="34" charset="0"/>
              <a:buChar char="•"/>
            </a:pPr>
            <a:endParaRPr lang="en-US" sz="1600" dirty="0">
              <a:cs typeface="Calibri" panose="020F0502020204030204" pitchFamily="34" charset="0"/>
            </a:endParaRPr>
          </a:p>
          <a:p>
            <a:pPr marL="285750" indent="-285750">
              <a:buFont typeface="Arial" panose="020B0604020202020204" pitchFamily="34" charset="0"/>
              <a:buChar char="•"/>
            </a:pPr>
            <a:r>
              <a:rPr lang="en-US" sz="1600" dirty="0" smtClean="0">
                <a:cs typeface="Calibri" panose="020F0502020204030204" pitchFamily="34" charset="0"/>
              </a:rPr>
              <a:t>The concept of “Minimum Viable Product”</a:t>
            </a:r>
          </a:p>
          <a:p>
            <a:pPr marL="285750" indent="-285750">
              <a:buFont typeface="Arial" panose="020B0604020202020204" pitchFamily="34" charset="0"/>
              <a:buChar char="•"/>
            </a:pPr>
            <a:endParaRPr lang="en-US" sz="1600" dirty="0">
              <a:cs typeface="Calibri" panose="020F0502020204030204" pitchFamily="34" charset="0"/>
            </a:endParaRPr>
          </a:p>
          <a:p>
            <a:pPr marL="285750" indent="-285750">
              <a:buFont typeface="Arial" panose="020B0604020202020204" pitchFamily="34" charset="0"/>
              <a:buChar char="•"/>
            </a:pPr>
            <a:r>
              <a:rPr lang="en-US" sz="1600" dirty="0" smtClean="0">
                <a:cs typeface="Calibri" panose="020F0502020204030204" pitchFamily="34" charset="0"/>
              </a:rPr>
              <a:t>No Standard QC process across the organization</a:t>
            </a:r>
          </a:p>
          <a:p>
            <a:pPr marL="285750" indent="-285750">
              <a:buFont typeface="Arial" panose="020B0604020202020204" pitchFamily="34" charset="0"/>
              <a:buChar char="•"/>
            </a:pPr>
            <a:endParaRPr lang="en-US" sz="1600" dirty="0">
              <a:cs typeface="Calibri" panose="020F0502020204030204" pitchFamily="34" charset="0"/>
            </a:endParaRPr>
          </a:p>
          <a:p>
            <a:pPr marL="285750" indent="-285750">
              <a:buFont typeface="Arial" panose="020B0604020202020204" pitchFamily="34" charset="0"/>
              <a:buChar char="•"/>
            </a:pPr>
            <a:r>
              <a:rPr lang="en-US" sz="1600" dirty="0" smtClean="0">
                <a:cs typeface="Calibri" panose="020F0502020204030204" pitchFamily="34" charset="0"/>
              </a:rPr>
              <a:t>Integration of Project Tracking and Test Management</a:t>
            </a:r>
          </a:p>
          <a:p>
            <a:pPr marL="285750" indent="-285750">
              <a:buFont typeface="Arial" panose="020B0604020202020204" pitchFamily="34" charset="0"/>
              <a:buChar char="•"/>
            </a:pPr>
            <a:endParaRPr lang="en-US" sz="1600" dirty="0">
              <a:cs typeface="Calibri" panose="020F0502020204030204" pitchFamily="34" charset="0"/>
            </a:endParaRPr>
          </a:p>
          <a:p>
            <a:pPr marL="285750" indent="-285750">
              <a:buFont typeface="Arial" panose="020B0604020202020204" pitchFamily="34" charset="0"/>
              <a:buChar char="•"/>
            </a:pPr>
            <a:r>
              <a:rPr lang="en-US" sz="1600" dirty="0" smtClean="0">
                <a:cs typeface="Calibri" panose="020F0502020204030204" pitchFamily="34" charset="0"/>
              </a:rPr>
              <a:t>Top QC recommendations:</a:t>
            </a:r>
          </a:p>
          <a:p>
            <a:pPr marL="742950" lvl="1" indent="-285750">
              <a:buFont typeface="Arial" panose="020B0604020202020204" pitchFamily="34" charset="0"/>
              <a:buChar char="•"/>
            </a:pPr>
            <a:endParaRPr lang="en-US" sz="1600" dirty="0">
              <a:cs typeface="Calibri" panose="020F0502020204030204" pitchFamily="34" charset="0"/>
            </a:endParaRPr>
          </a:p>
          <a:p>
            <a:pPr marL="742950" lvl="1" indent="-285750">
              <a:buFont typeface="Arial" panose="020B0604020202020204" pitchFamily="34" charset="0"/>
              <a:buChar char="•"/>
            </a:pPr>
            <a:r>
              <a:rPr lang="en-US" sz="1600" dirty="0" smtClean="0">
                <a:cs typeface="Calibri" panose="020F0502020204030204" pitchFamily="34" charset="0"/>
              </a:rPr>
              <a:t>Estimate and provide consensus to Story Points</a:t>
            </a:r>
          </a:p>
          <a:p>
            <a:pPr marL="742950" lvl="1" indent="-285750">
              <a:buFont typeface="Arial" panose="020B0604020202020204" pitchFamily="34" charset="0"/>
              <a:buChar char="•"/>
            </a:pPr>
            <a:endParaRPr lang="en-US" sz="1600" dirty="0">
              <a:cs typeface="Calibri" panose="020F0502020204030204" pitchFamily="34" charset="0"/>
            </a:endParaRPr>
          </a:p>
          <a:p>
            <a:pPr marL="742950" lvl="1" indent="-285750">
              <a:buFont typeface="Arial" panose="020B0604020202020204" pitchFamily="34" charset="0"/>
              <a:buChar char="•"/>
            </a:pPr>
            <a:r>
              <a:rPr lang="en-US" sz="1600" dirty="0" smtClean="0">
                <a:cs typeface="Calibri" panose="020F0502020204030204" pitchFamily="34" charset="0"/>
              </a:rPr>
              <a:t>Document Acceptance Criteria</a:t>
            </a:r>
          </a:p>
          <a:p>
            <a:pPr marL="742950" lvl="1" indent="-285750">
              <a:buFont typeface="Arial" panose="020B0604020202020204" pitchFamily="34" charset="0"/>
              <a:buChar char="•"/>
            </a:pPr>
            <a:endParaRPr lang="en-US" sz="1600" dirty="0">
              <a:cs typeface="Calibri" panose="020F0502020204030204" pitchFamily="34" charset="0"/>
            </a:endParaRPr>
          </a:p>
          <a:p>
            <a:pPr marL="742950" lvl="1" indent="-285750">
              <a:buFont typeface="Arial" panose="020B0604020202020204" pitchFamily="34" charset="0"/>
              <a:buChar char="•"/>
            </a:pPr>
            <a:r>
              <a:rPr lang="en-US" sz="1600" dirty="0" smtClean="0">
                <a:cs typeface="Calibri" panose="020F0502020204030204" pitchFamily="34" charset="0"/>
              </a:rPr>
              <a:t>Create Go-No-Go Documentation</a:t>
            </a:r>
          </a:p>
        </p:txBody>
      </p:sp>
    </p:spTree>
    <p:extLst>
      <p:ext uri="{BB962C8B-B14F-4D97-AF65-F5344CB8AC3E}">
        <p14:creationId xmlns:p14="http://schemas.microsoft.com/office/powerpoint/2010/main" val="11428245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500748" y="2612809"/>
            <a:ext cx="8189231" cy="623887"/>
          </a:xfrm>
        </p:spPr>
        <p:txBody>
          <a:bodyPr>
            <a:normAutofit fontScale="62500" lnSpcReduction="20000"/>
          </a:bodyPr>
          <a:lstStyle/>
          <a:p>
            <a:r>
              <a:rPr lang="en-US" dirty="0"/>
              <a:t>Project Overview – Team </a:t>
            </a:r>
            <a:r>
              <a:rPr lang="en-US" dirty="0"/>
              <a:t>Structure, </a:t>
            </a:r>
            <a:r>
              <a:rPr lang="en-US" dirty="0"/>
              <a:t>Roles and Responsibilities and Tools Used</a:t>
            </a:r>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3353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Diagram 21"/>
          <p:cNvGraphicFramePr/>
          <p:nvPr>
            <p:extLst/>
          </p:nvPr>
        </p:nvGraphicFramePr>
        <p:xfrm>
          <a:off x="-856344" y="732970"/>
          <a:ext cx="10000344" cy="15748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3" name="Diagram 22"/>
          <p:cNvGraphicFramePr/>
          <p:nvPr>
            <p:extLst/>
          </p:nvPr>
        </p:nvGraphicFramePr>
        <p:xfrm>
          <a:off x="-14516" y="2278740"/>
          <a:ext cx="9187543" cy="6820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4" name="Diagram 23"/>
          <p:cNvGraphicFramePr/>
          <p:nvPr>
            <p:extLst/>
          </p:nvPr>
        </p:nvGraphicFramePr>
        <p:xfrm>
          <a:off x="-573313" y="2931882"/>
          <a:ext cx="8599713" cy="157480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32" name="Diagram 31"/>
          <p:cNvGraphicFramePr/>
          <p:nvPr>
            <p:extLst/>
          </p:nvPr>
        </p:nvGraphicFramePr>
        <p:xfrm>
          <a:off x="-43542" y="4524820"/>
          <a:ext cx="5805696" cy="46158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3" name="Picture 32"/>
          <p:cNvPicPr>
            <a:picLocks noChangeAspect="1"/>
          </p:cNvPicPr>
          <p:nvPr/>
        </p:nvPicPr>
        <p:blipFill>
          <a:blip r:embed="rId23"/>
          <a:stretch>
            <a:fillRect/>
          </a:stretch>
        </p:blipFill>
        <p:spPr>
          <a:xfrm>
            <a:off x="2278742" y="1431679"/>
            <a:ext cx="682172" cy="727316"/>
          </a:xfrm>
          <a:prstGeom prst="rect">
            <a:avLst/>
          </a:prstGeom>
        </p:spPr>
      </p:pic>
      <p:pic>
        <p:nvPicPr>
          <p:cNvPr id="34" name="Picture 33"/>
          <p:cNvPicPr>
            <a:picLocks noChangeAspect="1"/>
          </p:cNvPicPr>
          <p:nvPr/>
        </p:nvPicPr>
        <p:blipFill>
          <a:blip r:embed="rId23"/>
          <a:stretch>
            <a:fillRect/>
          </a:stretch>
        </p:blipFill>
        <p:spPr>
          <a:xfrm>
            <a:off x="5704115" y="1521540"/>
            <a:ext cx="638628" cy="680890"/>
          </a:xfrm>
          <a:prstGeom prst="rect">
            <a:avLst/>
          </a:prstGeom>
        </p:spPr>
      </p:pic>
      <p:pic>
        <p:nvPicPr>
          <p:cNvPr id="35" name="Picture 34"/>
          <p:cNvPicPr>
            <a:picLocks noChangeAspect="1"/>
          </p:cNvPicPr>
          <p:nvPr/>
        </p:nvPicPr>
        <p:blipFill>
          <a:blip r:embed="rId23"/>
          <a:stretch>
            <a:fillRect/>
          </a:stretch>
        </p:blipFill>
        <p:spPr>
          <a:xfrm>
            <a:off x="8358572" y="1817590"/>
            <a:ext cx="473369" cy="370433"/>
          </a:xfrm>
          <a:prstGeom prst="rect">
            <a:avLst/>
          </a:prstGeom>
        </p:spPr>
      </p:pic>
      <p:pic>
        <p:nvPicPr>
          <p:cNvPr id="36" name="Picture 35"/>
          <p:cNvPicPr>
            <a:picLocks noChangeAspect="1"/>
          </p:cNvPicPr>
          <p:nvPr/>
        </p:nvPicPr>
        <p:blipFill>
          <a:blip r:embed="rId23"/>
          <a:stretch>
            <a:fillRect/>
          </a:stretch>
        </p:blipFill>
        <p:spPr>
          <a:xfrm>
            <a:off x="2278741" y="3545113"/>
            <a:ext cx="667657" cy="711840"/>
          </a:xfrm>
          <a:prstGeom prst="rect">
            <a:avLst/>
          </a:prstGeom>
        </p:spPr>
      </p:pic>
      <p:pic>
        <p:nvPicPr>
          <p:cNvPr id="37" name="Picture 36"/>
          <p:cNvPicPr>
            <a:picLocks noChangeAspect="1"/>
          </p:cNvPicPr>
          <p:nvPr/>
        </p:nvPicPr>
        <p:blipFill>
          <a:blip r:embed="rId23"/>
          <a:stretch>
            <a:fillRect/>
          </a:stretch>
        </p:blipFill>
        <p:spPr>
          <a:xfrm>
            <a:off x="4905825" y="3690253"/>
            <a:ext cx="667657" cy="711840"/>
          </a:xfrm>
          <a:prstGeom prst="rect">
            <a:avLst/>
          </a:prstGeom>
        </p:spPr>
      </p:pic>
      <p:sp>
        <p:nvSpPr>
          <p:cNvPr id="38" name="TextBox 37"/>
          <p:cNvSpPr txBox="1"/>
          <p:nvPr/>
        </p:nvSpPr>
        <p:spPr>
          <a:xfrm>
            <a:off x="1901362" y="1817591"/>
            <a:ext cx="551547" cy="276999"/>
          </a:xfrm>
          <a:prstGeom prst="rect">
            <a:avLst/>
          </a:prstGeom>
          <a:noFill/>
        </p:spPr>
        <p:txBody>
          <a:bodyPr wrap="square" rtlCol="0">
            <a:spAutoFit/>
          </a:bodyPr>
          <a:lstStyle/>
          <a:p>
            <a:r>
              <a:rPr lang="en-US" sz="1200" dirty="0" smtClean="0"/>
              <a:t>QA</a:t>
            </a:r>
          </a:p>
        </p:txBody>
      </p:sp>
      <p:sp>
        <p:nvSpPr>
          <p:cNvPr id="39" name="Text Placeholder 5"/>
          <p:cNvSpPr>
            <a:spLocks noGrp="1"/>
          </p:cNvSpPr>
          <p:nvPr>
            <p:ph type="body" sz="quarter" idx="11"/>
          </p:nvPr>
        </p:nvSpPr>
        <p:spPr>
          <a:xfrm>
            <a:off x="7269" y="182962"/>
            <a:ext cx="8824672"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a:spcBef>
                <a:spcPct val="0"/>
              </a:spcBef>
            </a:pPr>
            <a:r>
              <a:rPr lang="en-US" sz="2400" dirty="0" smtClean="0">
                <a:solidFill>
                  <a:schemeClr val="tx1"/>
                </a:solidFill>
                <a:latin typeface="+mj-lt"/>
              </a:rPr>
              <a:t>Team </a:t>
            </a:r>
            <a:r>
              <a:rPr lang="en-US" sz="2400" dirty="0">
                <a:solidFill>
                  <a:schemeClr val="tx1"/>
                </a:solidFill>
                <a:latin typeface="+mj-lt"/>
              </a:rPr>
              <a:t>Structure, </a:t>
            </a:r>
            <a:r>
              <a:rPr lang="en-US" sz="2400" dirty="0">
                <a:solidFill>
                  <a:schemeClr val="tx1"/>
                </a:solidFill>
                <a:latin typeface="+mj-lt"/>
              </a:rPr>
              <a:t>Roles and Responsibilities and Tools Used</a:t>
            </a:r>
          </a:p>
        </p:txBody>
      </p:sp>
      <p:sp>
        <p:nvSpPr>
          <p:cNvPr id="41" name="TextBox 40"/>
          <p:cNvSpPr txBox="1"/>
          <p:nvPr/>
        </p:nvSpPr>
        <p:spPr>
          <a:xfrm>
            <a:off x="5021925" y="1865265"/>
            <a:ext cx="740228" cy="276999"/>
          </a:xfrm>
          <a:prstGeom prst="rect">
            <a:avLst/>
          </a:prstGeom>
          <a:noFill/>
        </p:spPr>
        <p:txBody>
          <a:bodyPr wrap="square" rtlCol="0">
            <a:spAutoFit/>
          </a:bodyPr>
          <a:lstStyle/>
          <a:p>
            <a:r>
              <a:rPr lang="en-US" sz="1200" dirty="0" smtClean="0"/>
              <a:t>BA, QA</a:t>
            </a:r>
          </a:p>
        </p:txBody>
      </p:sp>
      <p:sp>
        <p:nvSpPr>
          <p:cNvPr id="42" name="TextBox 41"/>
          <p:cNvSpPr txBox="1"/>
          <p:nvPr/>
        </p:nvSpPr>
        <p:spPr>
          <a:xfrm>
            <a:off x="7920727" y="1956090"/>
            <a:ext cx="551547" cy="276999"/>
          </a:xfrm>
          <a:prstGeom prst="rect">
            <a:avLst/>
          </a:prstGeom>
          <a:noFill/>
        </p:spPr>
        <p:txBody>
          <a:bodyPr wrap="square" rtlCol="0">
            <a:spAutoFit/>
          </a:bodyPr>
          <a:lstStyle/>
          <a:p>
            <a:r>
              <a:rPr lang="en-US" sz="1200" dirty="0" smtClean="0"/>
              <a:t>QA</a:t>
            </a:r>
          </a:p>
        </p:txBody>
      </p:sp>
      <p:sp>
        <p:nvSpPr>
          <p:cNvPr id="43" name="TextBox 42"/>
          <p:cNvSpPr txBox="1"/>
          <p:nvPr/>
        </p:nvSpPr>
        <p:spPr>
          <a:xfrm>
            <a:off x="1669118" y="3915382"/>
            <a:ext cx="740228" cy="276999"/>
          </a:xfrm>
          <a:prstGeom prst="rect">
            <a:avLst/>
          </a:prstGeom>
          <a:noFill/>
        </p:spPr>
        <p:txBody>
          <a:bodyPr wrap="square" rtlCol="0">
            <a:spAutoFit/>
          </a:bodyPr>
          <a:lstStyle/>
          <a:p>
            <a:r>
              <a:rPr lang="en-US" sz="1200" dirty="0" smtClean="0"/>
              <a:t>BA, QA</a:t>
            </a:r>
          </a:p>
        </p:txBody>
      </p:sp>
      <p:sp>
        <p:nvSpPr>
          <p:cNvPr id="44" name="TextBox 43"/>
          <p:cNvSpPr txBox="1"/>
          <p:nvPr/>
        </p:nvSpPr>
        <p:spPr>
          <a:xfrm>
            <a:off x="4470378" y="4130785"/>
            <a:ext cx="551547" cy="276999"/>
          </a:xfrm>
          <a:prstGeom prst="rect">
            <a:avLst/>
          </a:prstGeom>
          <a:noFill/>
        </p:spPr>
        <p:txBody>
          <a:bodyPr wrap="square" rtlCol="0">
            <a:spAutoFit/>
          </a:bodyPr>
          <a:lstStyle/>
          <a:p>
            <a:r>
              <a:rPr lang="en-US" sz="1200" dirty="0" smtClean="0"/>
              <a:t>QA</a:t>
            </a:r>
          </a:p>
        </p:txBody>
      </p:sp>
      <p:graphicFrame>
        <p:nvGraphicFramePr>
          <p:cNvPr id="45" name="Diagram 44"/>
          <p:cNvGraphicFramePr/>
          <p:nvPr>
            <p:extLst/>
          </p:nvPr>
        </p:nvGraphicFramePr>
        <p:xfrm>
          <a:off x="76186" y="4947217"/>
          <a:ext cx="4394191" cy="1702433"/>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graphicFrame>
        <p:nvGraphicFramePr>
          <p:cNvPr id="46" name="Diagram 45"/>
          <p:cNvGraphicFramePr/>
          <p:nvPr>
            <p:extLst/>
          </p:nvPr>
        </p:nvGraphicFramePr>
        <p:xfrm>
          <a:off x="4746128" y="4990026"/>
          <a:ext cx="4394191" cy="1702433"/>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p:grpSp>
        <p:nvGrpSpPr>
          <p:cNvPr id="47" name="Group 46"/>
          <p:cNvGrpSpPr/>
          <p:nvPr/>
        </p:nvGrpSpPr>
        <p:grpSpPr>
          <a:xfrm>
            <a:off x="6480203" y="5079639"/>
            <a:ext cx="1002339" cy="430253"/>
            <a:chOff x="876948" y="84727"/>
            <a:chExt cx="1002339" cy="430253"/>
          </a:xfrm>
        </p:grpSpPr>
        <p:sp>
          <p:nvSpPr>
            <p:cNvPr id="48" name="Chevron 47"/>
            <p:cNvSpPr/>
            <p:nvPr/>
          </p:nvSpPr>
          <p:spPr>
            <a:xfrm>
              <a:off x="876948" y="84727"/>
              <a:ext cx="1002339" cy="430253"/>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49" name="Chevron 4"/>
            <p:cNvSpPr/>
            <p:nvPr/>
          </p:nvSpPr>
          <p:spPr>
            <a:xfrm>
              <a:off x="1092075" y="84727"/>
              <a:ext cx="572086" cy="43025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Work</a:t>
              </a:r>
            </a:p>
            <a:p>
              <a:pPr lvl="0" algn="ctr" defTabSz="533400">
                <a:lnSpc>
                  <a:spcPct val="90000"/>
                </a:lnSpc>
                <a:spcBef>
                  <a:spcPct val="0"/>
                </a:spcBef>
                <a:spcAft>
                  <a:spcPct val="35000"/>
                </a:spcAft>
              </a:pPr>
              <a:r>
                <a:rPr lang="en-US" sz="1200" dirty="0" smtClean="0"/>
                <a:t>Plan</a:t>
              </a:r>
              <a:endParaRPr lang="en-US" sz="1200" kern="1200" dirty="0"/>
            </a:p>
          </p:txBody>
        </p:sp>
      </p:grpSp>
      <p:grpSp>
        <p:nvGrpSpPr>
          <p:cNvPr id="53" name="Group 52"/>
          <p:cNvGrpSpPr/>
          <p:nvPr/>
        </p:nvGrpSpPr>
        <p:grpSpPr>
          <a:xfrm>
            <a:off x="7356233" y="5090171"/>
            <a:ext cx="1784086" cy="430253"/>
            <a:chOff x="876948" y="84727"/>
            <a:chExt cx="1002339" cy="430253"/>
          </a:xfrm>
        </p:grpSpPr>
        <p:sp>
          <p:nvSpPr>
            <p:cNvPr id="54" name="Chevron 53"/>
            <p:cNvSpPr/>
            <p:nvPr/>
          </p:nvSpPr>
          <p:spPr>
            <a:xfrm>
              <a:off x="876948" y="84727"/>
              <a:ext cx="1002339" cy="430253"/>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5" name="Chevron 4"/>
            <p:cNvSpPr/>
            <p:nvPr/>
          </p:nvSpPr>
          <p:spPr>
            <a:xfrm>
              <a:off x="1092075" y="84727"/>
              <a:ext cx="572086" cy="43025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Blockers and Achievements</a:t>
              </a:r>
              <a:endParaRPr lang="en-US" sz="1200" kern="1200" dirty="0"/>
            </a:p>
          </p:txBody>
        </p:sp>
      </p:grpSp>
      <p:grpSp>
        <p:nvGrpSpPr>
          <p:cNvPr id="56" name="Group 55"/>
          <p:cNvGrpSpPr/>
          <p:nvPr/>
        </p:nvGrpSpPr>
        <p:grpSpPr>
          <a:xfrm>
            <a:off x="8057440" y="6120171"/>
            <a:ext cx="1075632" cy="430253"/>
            <a:chOff x="2379909" y="1142129"/>
            <a:chExt cx="1075632" cy="430253"/>
          </a:xfrm>
        </p:grpSpPr>
        <p:sp>
          <p:nvSpPr>
            <p:cNvPr id="57" name="Chevron 56"/>
            <p:cNvSpPr/>
            <p:nvPr/>
          </p:nvSpPr>
          <p:spPr>
            <a:xfrm>
              <a:off x="2379909" y="1142129"/>
              <a:ext cx="1075632" cy="430253"/>
            </a:xfrm>
            <a:prstGeom prst="chevron">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8" name="Chevron 4"/>
            <p:cNvSpPr/>
            <p:nvPr/>
          </p:nvSpPr>
          <p:spPr>
            <a:xfrm>
              <a:off x="2595036" y="1142129"/>
              <a:ext cx="645379" cy="43025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7620" rIns="0" bIns="7620" numCol="1" spcCol="1270" anchor="ctr" anchorCtr="0">
              <a:noAutofit/>
            </a:bodyPr>
            <a:lstStyle/>
            <a:p>
              <a:pPr lvl="0" algn="ctr" defTabSz="533400">
                <a:lnSpc>
                  <a:spcPct val="90000"/>
                </a:lnSpc>
                <a:spcBef>
                  <a:spcPct val="0"/>
                </a:spcBef>
                <a:spcAft>
                  <a:spcPct val="35000"/>
                </a:spcAft>
              </a:pPr>
              <a:r>
                <a:rPr lang="en-US" sz="1200" kern="1200" dirty="0" smtClean="0"/>
                <a:t>Stop</a:t>
              </a:r>
            </a:p>
            <a:p>
              <a:pPr lvl="0" algn="ctr" defTabSz="533400">
                <a:lnSpc>
                  <a:spcPct val="90000"/>
                </a:lnSpc>
                <a:spcBef>
                  <a:spcPct val="0"/>
                </a:spcBef>
                <a:spcAft>
                  <a:spcPct val="35000"/>
                </a:spcAft>
              </a:pPr>
              <a:r>
                <a:rPr lang="en-US" sz="1200" kern="1200" dirty="0" smtClean="0"/>
                <a:t>Doing</a:t>
              </a:r>
              <a:endParaRPr lang="en-US" sz="1200" kern="1200" dirty="0"/>
            </a:p>
          </p:txBody>
        </p:sp>
      </p:grpSp>
    </p:spTree>
    <p:extLst>
      <p:ext uri="{BB962C8B-B14F-4D97-AF65-F5344CB8AC3E}">
        <p14:creationId xmlns:p14="http://schemas.microsoft.com/office/powerpoint/2010/main" val="63364696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500748" y="2612809"/>
            <a:ext cx="8189231" cy="623887"/>
          </a:xfrm>
        </p:spPr>
        <p:txBody>
          <a:bodyPr>
            <a:normAutofit/>
          </a:bodyPr>
          <a:lstStyle/>
          <a:p>
            <a:r>
              <a:rPr lang="en-US" dirty="0"/>
              <a:t>Key Challenges &amp; Solutions</a:t>
            </a:r>
            <a:endParaRPr lang="en-IN"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531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 12"/>
          <p:cNvGraphicFramePr/>
          <p:nvPr>
            <p:extLst/>
          </p:nvPr>
        </p:nvGraphicFramePr>
        <p:xfrm>
          <a:off x="116115" y="885372"/>
          <a:ext cx="8915400" cy="5617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 Placeholder 5"/>
          <p:cNvSpPr>
            <a:spLocks noGrp="1"/>
          </p:cNvSpPr>
          <p:nvPr>
            <p:ph type="body" sz="quarter" idx="11"/>
          </p:nvPr>
        </p:nvSpPr>
        <p:spPr>
          <a:xfrm>
            <a:off x="0" y="253802"/>
            <a:ext cx="8189231"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a:spcBef>
                <a:spcPct val="0"/>
              </a:spcBef>
            </a:pPr>
            <a:r>
              <a:rPr lang="en-US" sz="2400" dirty="0">
                <a:solidFill>
                  <a:schemeClr val="tx1"/>
                </a:solidFill>
                <a:latin typeface="+mj-lt"/>
              </a:rPr>
              <a:t>Key Challenges &amp; Solutions</a:t>
            </a:r>
            <a:endParaRPr lang="en-IN" sz="2400" dirty="0">
              <a:solidFill>
                <a:schemeClr val="tx1"/>
              </a:solidFill>
              <a:latin typeface="+mj-lt"/>
            </a:endParaRPr>
          </a:p>
        </p:txBody>
      </p:sp>
      <p:grpSp>
        <p:nvGrpSpPr>
          <p:cNvPr id="15" name="Group 14"/>
          <p:cNvGrpSpPr/>
          <p:nvPr/>
        </p:nvGrpSpPr>
        <p:grpSpPr>
          <a:xfrm>
            <a:off x="6360569" y="4565756"/>
            <a:ext cx="2670946" cy="1442143"/>
            <a:chOff x="6188491" y="2127974"/>
            <a:chExt cx="2670946" cy="1442143"/>
          </a:xfrm>
        </p:grpSpPr>
        <p:sp>
          <p:nvSpPr>
            <p:cNvPr id="16" name="Rectangle 15"/>
            <p:cNvSpPr/>
            <p:nvPr/>
          </p:nvSpPr>
          <p:spPr>
            <a:xfrm>
              <a:off x="6188491" y="2127974"/>
              <a:ext cx="2670946" cy="144214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7" name="Rectangle 16"/>
            <p:cNvSpPr/>
            <p:nvPr/>
          </p:nvSpPr>
          <p:spPr>
            <a:xfrm>
              <a:off x="6188491" y="2127974"/>
              <a:ext cx="2670946" cy="14421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u="none" strike="noStrike" kern="1200" dirty="0" smtClean="0">
                  <a:solidFill>
                    <a:schemeClr val="tx1"/>
                  </a:solidFill>
                  <a:effectLst/>
                </a:rPr>
                <a:t>Implemented the concept of Business Rule book, that contains the User Stories, Business Rules, Test Acceptance Criteria and Test Status in a concise format and in a single location.</a:t>
              </a:r>
              <a:endParaRPr lang="en-US" sz="1400" kern="1200" dirty="0">
                <a:solidFill>
                  <a:schemeClr val="tx1"/>
                </a:solidFill>
              </a:endParaRPr>
            </a:p>
          </p:txBody>
        </p:sp>
      </p:grpSp>
      <p:sp>
        <p:nvSpPr>
          <p:cNvPr id="18" name="Rectangle 17"/>
          <p:cNvSpPr/>
          <p:nvPr/>
        </p:nvSpPr>
        <p:spPr>
          <a:xfrm>
            <a:off x="6149588" y="4905566"/>
            <a:ext cx="210981" cy="210981"/>
          </a:xfrm>
          <a:prstGeom prst="rect">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40772247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500748" y="2612809"/>
            <a:ext cx="8189231" cy="623887"/>
          </a:xfrm>
        </p:spPr>
        <p:txBody>
          <a:bodyPr>
            <a:normAutofit/>
          </a:bodyPr>
          <a:lstStyle/>
          <a:p>
            <a:r>
              <a:rPr lang="en-IN" dirty="0"/>
              <a:t>EDI Testing</a:t>
            </a:r>
            <a:endParaRPr lang="en-IN" dirty="0"/>
          </a:p>
        </p:txBody>
      </p:sp>
      <p:pic>
        <p:nvPicPr>
          <p:cNvPr id="3" name="Picture 2" descr="http://www.cardinalhealth.com/content/dam/corp/web/logos/logo-m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 y="46360"/>
            <a:ext cx="1628098" cy="106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77763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0481" y="155321"/>
            <a:ext cx="9205415"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EDI Engagement – The Past and The Present</a:t>
            </a:r>
          </a:p>
        </p:txBody>
      </p:sp>
      <p:sp>
        <p:nvSpPr>
          <p:cNvPr id="7" name="TextBox 6"/>
          <p:cNvSpPr txBox="1"/>
          <p:nvPr/>
        </p:nvSpPr>
        <p:spPr>
          <a:xfrm>
            <a:off x="24505" y="1298743"/>
            <a:ext cx="8858238" cy="1454244"/>
          </a:xfrm>
          <a:prstGeom prst="rect">
            <a:avLst/>
          </a:prstGeom>
          <a:noFill/>
          <a:ln>
            <a:noFill/>
          </a:ln>
        </p:spPr>
        <p:txBody>
          <a:bodyPr wrap="square" rtlCol="0">
            <a:spAutoFit/>
          </a:bodyPr>
          <a:lstStyle/>
          <a:p>
            <a:pPr marL="285750" indent="-285750">
              <a:buFont typeface="Arial" panose="020B0604020202020204" pitchFamily="34" charset="0"/>
              <a:buChar char="•"/>
            </a:pPr>
            <a:r>
              <a:rPr lang="en-US" sz="1600" dirty="0" smtClean="0"/>
              <a:t> QC </a:t>
            </a:r>
            <a:r>
              <a:rPr lang="en-US" sz="1600" dirty="0"/>
              <a:t>team has been supporting EDI testing since </a:t>
            </a:r>
            <a:r>
              <a:rPr lang="en-US" sz="1600" dirty="0" smtClean="0"/>
              <a:t>2007.</a:t>
            </a:r>
          </a:p>
          <a:p>
            <a:pPr marL="285750" indent="-285750">
              <a:buFont typeface="Arial" panose="020B0604020202020204" pitchFamily="34" charset="0"/>
              <a:buChar char="•"/>
            </a:pPr>
            <a:r>
              <a:rPr lang="en-US" sz="1600" dirty="0" smtClean="0"/>
              <a:t> </a:t>
            </a:r>
            <a:r>
              <a:rPr lang="en-US" sz="1600" dirty="0"/>
              <a:t>Testing was limited to small enhancements and defects fixes in VAPS</a:t>
            </a:r>
            <a:r>
              <a:rPr lang="en-US" sz="1600" dirty="0" smtClean="0"/>
              <a:t>.</a:t>
            </a:r>
            <a:endParaRPr lang="en-US" sz="1600" dirty="0"/>
          </a:p>
          <a:p>
            <a:pPr marL="63500" defTabSz="914400" fontAlgn="base">
              <a:spcBef>
                <a:spcPts val="300"/>
              </a:spcBef>
              <a:spcAft>
                <a:spcPts val="300"/>
              </a:spcAft>
              <a:buClr>
                <a:srgbClr val="002060"/>
              </a:buClr>
              <a:defRPr/>
            </a:pPr>
            <a:endParaRPr lang="en-US" sz="1600" dirty="0"/>
          </a:p>
          <a:p>
            <a:pPr marL="234950" lvl="1" indent="-171450" defTabSz="914400" fontAlgn="base">
              <a:spcBef>
                <a:spcPts val="300"/>
              </a:spcBef>
              <a:spcAft>
                <a:spcPts val="300"/>
              </a:spcAft>
              <a:buClr>
                <a:srgbClr val="002060"/>
              </a:buClr>
              <a:buFont typeface="Arial" panose="020B0604020202020204" pitchFamily="34" charset="0"/>
              <a:buChar char="•"/>
              <a:defRPr/>
            </a:pPr>
            <a:endParaRPr lang="en-US" sz="1600" dirty="0"/>
          </a:p>
          <a:p>
            <a:pPr marL="692150" lvl="1" indent="-171450" defTabSz="914400" fontAlgn="base">
              <a:spcBef>
                <a:spcPts val="300"/>
              </a:spcBef>
              <a:spcAft>
                <a:spcPts val="300"/>
              </a:spcAft>
              <a:buFont typeface="Arial" panose="020B0604020202020204" pitchFamily="34" charset="0"/>
              <a:buChar char="•"/>
              <a:defRPr/>
            </a:pPr>
            <a:endParaRPr lang="en-US" sz="1200" dirty="0">
              <a:solidFill>
                <a:prstClr val="black"/>
              </a:solidFill>
            </a:endParaRPr>
          </a:p>
        </p:txBody>
      </p:sp>
      <p:sp>
        <p:nvSpPr>
          <p:cNvPr id="8" name="Text Box 416"/>
          <p:cNvSpPr txBox="1">
            <a:spLocks noChangeArrowheads="1"/>
          </p:cNvSpPr>
          <p:nvPr/>
        </p:nvSpPr>
        <p:spPr bwMode="auto">
          <a:xfrm>
            <a:off x="24505" y="841226"/>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9" name="Text Box 415"/>
          <p:cNvSpPr txBox="1">
            <a:spLocks noChangeArrowheads="1"/>
          </p:cNvSpPr>
          <p:nvPr/>
        </p:nvSpPr>
        <p:spPr bwMode="auto">
          <a:xfrm>
            <a:off x="106792" y="853315"/>
            <a:ext cx="9020183" cy="654025"/>
          </a:xfrm>
          <a:prstGeom prst="rect">
            <a:avLst/>
          </a:prstGeom>
          <a:noFill/>
          <a:ln w="9525">
            <a:noFill/>
            <a:miter lim="800000"/>
            <a:headEnd/>
            <a:tailEnd/>
          </a:ln>
        </p:spPr>
        <p:txBody>
          <a:bodyPr wrap="square">
            <a:spAutoFit/>
          </a:bodyPr>
          <a:lstStyle/>
          <a:p>
            <a:pPr>
              <a:buClr>
                <a:srgbClr val="002060"/>
              </a:buClr>
            </a:pPr>
            <a:r>
              <a:rPr lang="en-US"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Background:</a:t>
            </a:r>
            <a:endParaRPr lang="en-US"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a:p>
            <a:pPr marL="234950" indent="-171450" defTabSz="914400" fontAlgn="base">
              <a:spcBef>
                <a:spcPts val="300"/>
              </a:spcBef>
              <a:spcAft>
                <a:spcPts val="300"/>
              </a:spcAft>
              <a:buClr>
                <a:srgbClr val="002060"/>
              </a:buClr>
              <a:buFont typeface="Arial" panose="020B0604020202020204" pitchFamily="34" charset="0"/>
              <a:buChar char="•"/>
              <a:defRPr/>
            </a:pPr>
            <a:endParaRPr lang="en-AU" sz="1600" dirty="0"/>
          </a:p>
        </p:txBody>
      </p:sp>
      <p:sp>
        <p:nvSpPr>
          <p:cNvPr id="10" name="Text Box 416"/>
          <p:cNvSpPr txBox="1">
            <a:spLocks noChangeArrowheads="1"/>
          </p:cNvSpPr>
          <p:nvPr/>
        </p:nvSpPr>
        <p:spPr bwMode="auto">
          <a:xfrm>
            <a:off x="0" y="5424243"/>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1" name="Text Box 415"/>
          <p:cNvSpPr txBox="1">
            <a:spLocks noChangeArrowheads="1"/>
          </p:cNvSpPr>
          <p:nvPr/>
        </p:nvSpPr>
        <p:spPr bwMode="auto">
          <a:xfrm>
            <a:off x="24505" y="5375187"/>
            <a:ext cx="4068524" cy="369332"/>
          </a:xfrm>
          <a:prstGeom prst="rect">
            <a:avLst/>
          </a:prstGeom>
          <a:noFill/>
          <a:ln w="9525">
            <a:noFill/>
            <a:miter lim="800000"/>
            <a:headEnd/>
            <a:tailEnd/>
          </a:ln>
        </p:spPr>
        <p:txBody>
          <a:bodyPr wrap="square">
            <a:spAutoFit/>
          </a:bodyPr>
          <a:lstStyle/>
          <a:p>
            <a:pPr>
              <a:buClr>
                <a:srgbClr val="002060"/>
              </a:buClr>
            </a:pPr>
            <a:r>
              <a:rPr lang="en-US"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Major Projects:</a:t>
            </a:r>
          </a:p>
        </p:txBody>
      </p:sp>
      <p:sp>
        <p:nvSpPr>
          <p:cNvPr id="12" name="TextBox 11"/>
          <p:cNvSpPr txBox="1"/>
          <p:nvPr/>
        </p:nvSpPr>
        <p:spPr>
          <a:xfrm>
            <a:off x="106793" y="4966044"/>
            <a:ext cx="9619967" cy="1954381"/>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pPr marL="0" indent="0">
              <a:buNone/>
            </a:pPr>
            <a:endParaRPr lang="en-US" dirty="0" smtClean="0">
              <a:solidFill>
                <a:schemeClr val="tx1"/>
              </a:solidFill>
            </a:endParaRPr>
          </a:p>
          <a:p>
            <a:pPr marL="0" indent="0">
              <a:buNone/>
            </a:pPr>
            <a:endParaRPr lang="en-US" dirty="0">
              <a:solidFill>
                <a:schemeClr val="tx1"/>
              </a:solidFill>
            </a:endParaRPr>
          </a:p>
          <a:p>
            <a:pPr marL="0" indent="0">
              <a:buNone/>
            </a:pPr>
            <a:endParaRPr lang="en-US" dirty="0" smtClean="0">
              <a:solidFill>
                <a:schemeClr val="tx1"/>
              </a:solidFill>
            </a:endParaRPr>
          </a:p>
          <a:p>
            <a:pPr marL="0" indent="0">
              <a:buNone/>
            </a:pPr>
            <a:r>
              <a:rPr lang="en-US" dirty="0" smtClean="0">
                <a:solidFill>
                  <a:schemeClr val="tx1"/>
                </a:solidFill>
              </a:rPr>
              <a:t>AI </a:t>
            </a:r>
            <a:r>
              <a:rPr lang="en-US" dirty="0">
                <a:solidFill>
                  <a:schemeClr val="tx1"/>
                </a:solidFill>
              </a:rPr>
              <a:t>Build, Track &amp; Trace implementation, DoD Pharma initiatives.</a:t>
            </a:r>
          </a:p>
          <a:p>
            <a:endParaRPr lang="en-US" dirty="0"/>
          </a:p>
          <a:p>
            <a:pPr lvl="1"/>
            <a:endParaRPr lang="en-US" dirty="0"/>
          </a:p>
        </p:txBody>
      </p:sp>
      <p:sp>
        <p:nvSpPr>
          <p:cNvPr id="14" name="Text Box 416"/>
          <p:cNvSpPr txBox="1">
            <a:spLocks noChangeArrowheads="1"/>
          </p:cNvSpPr>
          <p:nvPr/>
        </p:nvSpPr>
        <p:spPr bwMode="auto">
          <a:xfrm>
            <a:off x="17024" y="3345780"/>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5" name="Text Box 415"/>
          <p:cNvSpPr txBox="1">
            <a:spLocks noChangeArrowheads="1"/>
          </p:cNvSpPr>
          <p:nvPr/>
        </p:nvSpPr>
        <p:spPr bwMode="auto">
          <a:xfrm>
            <a:off x="65648" y="3285004"/>
            <a:ext cx="9126764" cy="684803"/>
          </a:xfrm>
          <a:prstGeom prst="rect">
            <a:avLst/>
          </a:prstGeom>
          <a:noFill/>
          <a:ln w="9525">
            <a:noFill/>
            <a:miter lim="800000"/>
            <a:headEnd/>
            <a:tailEnd/>
          </a:ln>
        </p:spPr>
        <p:txBody>
          <a:bodyPr wrap="square">
            <a:spAutoFit/>
          </a:bodyPr>
          <a:lstStyle/>
          <a:p>
            <a:pPr marL="115888" indent="-115888">
              <a:spcAft>
                <a:spcPts val="300"/>
              </a:spcAft>
              <a:defRPr/>
            </a:pPr>
            <a:r>
              <a:rPr lang="en-US"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TCoE team has accomplished the following:</a:t>
            </a:r>
          </a:p>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 -</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6" name="TextBox 15"/>
          <p:cNvSpPr txBox="1"/>
          <p:nvPr/>
        </p:nvSpPr>
        <p:spPr>
          <a:xfrm>
            <a:off x="89855" y="3216234"/>
            <a:ext cx="8149438" cy="1954381"/>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pPr marL="63500" indent="0">
              <a:buClr>
                <a:srgbClr val="002060"/>
              </a:buClr>
              <a:buNone/>
            </a:pPr>
            <a:endParaRPr lang="en-US" dirty="0" smtClean="0">
              <a:solidFill>
                <a:schemeClr val="tx1"/>
              </a:solidFill>
            </a:endParaRPr>
          </a:p>
          <a:p>
            <a:pPr>
              <a:buClr>
                <a:srgbClr val="002060"/>
              </a:buClr>
            </a:pPr>
            <a:endParaRPr lang="en-US" dirty="0" smtClean="0">
              <a:solidFill>
                <a:schemeClr val="tx1"/>
              </a:solidFill>
            </a:endParaRPr>
          </a:p>
          <a:p>
            <a:pPr>
              <a:buClr>
                <a:srgbClr val="002060"/>
              </a:buClr>
            </a:pPr>
            <a:r>
              <a:rPr lang="en-US" dirty="0" smtClean="0">
                <a:solidFill>
                  <a:schemeClr val="tx1"/>
                </a:solidFill>
              </a:rPr>
              <a:t> Improved </a:t>
            </a:r>
            <a:r>
              <a:rPr lang="en-US" dirty="0">
                <a:solidFill>
                  <a:schemeClr val="tx1"/>
                </a:solidFill>
              </a:rPr>
              <a:t>Regression coverage in VAPS.</a:t>
            </a:r>
          </a:p>
          <a:p>
            <a:pPr>
              <a:buClr>
                <a:srgbClr val="002060"/>
              </a:buClr>
            </a:pPr>
            <a:r>
              <a:rPr lang="en-US" dirty="0" smtClean="0">
                <a:solidFill>
                  <a:schemeClr val="tx1"/>
                </a:solidFill>
              </a:rPr>
              <a:t> Defining </a:t>
            </a:r>
            <a:r>
              <a:rPr lang="en-US" dirty="0">
                <a:solidFill>
                  <a:schemeClr val="tx1"/>
                </a:solidFill>
              </a:rPr>
              <a:t>Regression suite in Supplier EDI.</a:t>
            </a:r>
          </a:p>
          <a:p>
            <a:pPr>
              <a:buClr>
                <a:srgbClr val="002060"/>
              </a:buClr>
            </a:pPr>
            <a:r>
              <a:rPr lang="en-US" dirty="0" smtClean="0">
                <a:solidFill>
                  <a:schemeClr val="tx1"/>
                </a:solidFill>
              </a:rPr>
              <a:t> Streamlining </a:t>
            </a:r>
            <a:r>
              <a:rPr lang="en-US" dirty="0">
                <a:solidFill>
                  <a:schemeClr val="tx1"/>
                </a:solidFill>
              </a:rPr>
              <a:t>test/ data support to other teams (OE, DTK).</a:t>
            </a:r>
          </a:p>
          <a:p>
            <a:pPr>
              <a:buClr>
                <a:srgbClr val="002060"/>
              </a:buClr>
            </a:pPr>
            <a:r>
              <a:rPr lang="en-US" dirty="0" smtClean="0">
                <a:solidFill>
                  <a:schemeClr val="tx1"/>
                </a:solidFill>
              </a:rPr>
              <a:t> Alignment </a:t>
            </a:r>
            <a:r>
              <a:rPr lang="en-US" dirty="0">
                <a:solidFill>
                  <a:schemeClr val="tx1"/>
                </a:solidFill>
              </a:rPr>
              <a:t>with EDI Run team for improved demand </a:t>
            </a:r>
            <a:r>
              <a:rPr lang="en-US" dirty="0" smtClean="0">
                <a:solidFill>
                  <a:schemeClr val="tx1"/>
                </a:solidFill>
              </a:rPr>
              <a:t>forecasting.</a:t>
            </a:r>
            <a:endParaRPr lang="en-US" dirty="0">
              <a:solidFill>
                <a:schemeClr val="tx1"/>
              </a:solidFill>
            </a:endParaRPr>
          </a:p>
        </p:txBody>
      </p:sp>
      <p:sp>
        <p:nvSpPr>
          <p:cNvPr id="17" name="Text Box 416"/>
          <p:cNvSpPr txBox="1">
            <a:spLocks noChangeArrowheads="1"/>
          </p:cNvSpPr>
          <p:nvPr/>
        </p:nvSpPr>
        <p:spPr bwMode="auto">
          <a:xfrm>
            <a:off x="-24331" y="2165850"/>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8" name="Rectangle 17"/>
          <p:cNvSpPr/>
          <p:nvPr/>
        </p:nvSpPr>
        <p:spPr>
          <a:xfrm>
            <a:off x="106794" y="2148114"/>
            <a:ext cx="2404177" cy="29028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 Box 415"/>
          <p:cNvSpPr txBox="1">
            <a:spLocks noChangeArrowheads="1"/>
          </p:cNvSpPr>
          <p:nvPr/>
        </p:nvSpPr>
        <p:spPr bwMode="auto">
          <a:xfrm>
            <a:off x="-24331" y="2122858"/>
            <a:ext cx="3474882" cy="646331"/>
          </a:xfrm>
          <a:prstGeom prst="rect">
            <a:avLst/>
          </a:prstGeom>
          <a:noFill/>
          <a:ln w="9525">
            <a:noFill/>
            <a:miter lim="800000"/>
            <a:headEnd/>
            <a:tailEnd/>
          </a:ln>
        </p:spPr>
        <p:txBody>
          <a:bodyPr wrap="square">
            <a:spAutoFit/>
          </a:bodyPr>
          <a:lstStyle/>
          <a:p>
            <a:pPr>
              <a:buClr>
                <a:srgbClr val="002060"/>
              </a:buClr>
            </a:pPr>
            <a:r>
              <a:rPr lang="en-US"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Currently </a:t>
            </a:r>
            <a:r>
              <a:rPr lang="en-US"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we support:</a:t>
            </a:r>
          </a:p>
          <a:p>
            <a:pPr marL="115888" indent="-115888">
              <a:spcAft>
                <a:spcPts val="300"/>
              </a:spcAft>
              <a:defRPr/>
            </a:pP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21" name="Rectangle 20"/>
          <p:cNvSpPr/>
          <p:nvPr/>
        </p:nvSpPr>
        <p:spPr>
          <a:xfrm>
            <a:off x="106793" y="2574597"/>
            <a:ext cx="8995851" cy="661720"/>
          </a:xfrm>
          <a:prstGeom prst="rect">
            <a:avLst/>
          </a:prstGeom>
        </p:spPr>
        <p:txBody>
          <a:bodyPr wrap="square">
            <a:spAutoFit/>
          </a:bodyPr>
          <a:lstStyle/>
          <a:p>
            <a:pPr marL="349250" indent="-285750" defTabSz="914400" fontAlgn="base">
              <a:spcBef>
                <a:spcPts val="300"/>
              </a:spcBef>
              <a:spcAft>
                <a:spcPts val="300"/>
              </a:spcAft>
              <a:buClr>
                <a:srgbClr val="002060"/>
              </a:buClr>
              <a:buFont typeface="Arial" panose="020B0604020202020204" pitchFamily="34" charset="0"/>
              <a:buChar char="•"/>
            </a:pPr>
            <a:r>
              <a:rPr lang="en-US" sz="1600" dirty="0"/>
              <a:t>Both Build and Run work.</a:t>
            </a:r>
          </a:p>
          <a:p>
            <a:pPr marL="349250" indent="-285750" defTabSz="914400" fontAlgn="base">
              <a:spcBef>
                <a:spcPts val="300"/>
              </a:spcBef>
              <a:spcAft>
                <a:spcPts val="300"/>
              </a:spcAft>
              <a:buClr>
                <a:srgbClr val="002060"/>
              </a:buClr>
              <a:buFont typeface="Arial" panose="020B0604020202020204" pitchFamily="34" charset="0"/>
              <a:buChar char="•"/>
            </a:pPr>
            <a:r>
              <a:rPr lang="en-US" sz="1600" dirty="0"/>
              <a:t>Functional, Integration and End to End Testing in VAPS and Supplier EDI.</a:t>
            </a:r>
          </a:p>
        </p:txBody>
      </p:sp>
    </p:spTree>
    <p:extLst>
      <p:ext uri="{BB962C8B-B14F-4D97-AF65-F5344CB8AC3E}">
        <p14:creationId xmlns:p14="http://schemas.microsoft.com/office/powerpoint/2010/main" val="4468149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0481" y="155320"/>
            <a:ext cx="9205415" cy="461665"/>
          </a:xfrm>
          <a:noFill/>
          <a:ln w="9525">
            <a:noFill/>
            <a:miter lim="800000"/>
            <a:headEnd/>
            <a:tailEnd/>
          </a:ln>
        </p:spPr>
        <p:txBody>
          <a:bodyPr vert="horz" wrap="square" lIns="91440" tIns="45720" rIns="91440" bIns="45720" numCol="1" rtlCol="0" anchor="ctr" anchorCtr="0" compatLnSpc="1">
            <a:prstTxWarp prst="textNoShape">
              <a:avLst/>
            </a:prstTxWarp>
            <a:spAutoFit/>
          </a:bodyPr>
          <a:lstStyle/>
          <a:p>
            <a:r>
              <a:rPr lang="en-US" sz="2400" dirty="0">
                <a:solidFill>
                  <a:schemeClr val="tx1"/>
                </a:solidFill>
              </a:rPr>
              <a:t>Upcoming Engagements</a:t>
            </a:r>
            <a:endParaRPr lang="en-GB" sz="2400" dirty="0">
              <a:solidFill>
                <a:schemeClr val="tx1"/>
              </a:solidFill>
            </a:endParaRPr>
          </a:p>
        </p:txBody>
      </p:sp>
      <p:sp>
        <p:nvSpPr>
          <p:cNvPr id="7" name="TextBox 6"/>
          <p:cNvSpPr txBox="1"/>
          <p:nvPr/>
        </p:nvSpPr>
        <p:spPr>
          <a:xfrm>
            <a:off x="24505" y="1322392"/>
            <a:ext cx="9078140" cy="2262158"/>
          </a:xfrm>
          <a:prstGeom prst="rect">
            <a:avLst/>
          </a:prstGeom>
          <a:noFill/>
          <a:ln>
            <a:noFill/>
          </a:ln>
        </p:spPr>
        <p:txBody>
          <a:bodyPr wrap="square" rtlCol="0">
            <a:spAutoFit/>
          </a:bodyPr>
          <a:lstStyle/>
          <a:p>
            <a:pPr marL="234950" indent="-171450" defTabSz="914400" fontAlgn="base">
              <a:spcBef>
                <a:spcPts val="300"/>
              </a:spcBef>
              <a:spcAft>
                <a:spcPts val="300"/>
              </a:spcAft>
              <a:buFont typeface="Arial" panose="020B0604020202020204" pitchFamily="34" charset="0"/>
              <a:buChar char="•"/>
              <a:defRPr/>
            </a:pPr>
            <a:r>
              <a:rPr lang="en-US" sz="1600" dirty="0"/>
              <a:t>CVS being the strategic partner is requiring changes to Rx ordering solutions to flow through EDI in order to achieve less store level ordering. CVS has ~6000 stores which has to be migrated to support </a:t>
            </a:r>
            <a:r>
              <a:rPr lang="en-US" sz="1600" dirty="0" smtClean="0"/>
              <a:t>EDI</a:t>
            </a:r>
          </a:p>
          <a:p>
            <a:pPr marL="234950" indent="-171450" defTabSz="914400" fontAlgn="base">
              <a:spcBef>
                <a:spcPts val="300"/>
              </a:spcBef>
              <a:spcAft>
                <a:spcPts val="300"/>
              </a:spcAft>
              <a:buClr>
                <a:srgbClr val="002060"/>
              </a:buClr>
              <a:buFont typeface="Arial" panose="020B0604020202020204" pitchFamily="34" charset="0"/>
              <a:buChar char="•"/>
              <a:defRPr/>
            </a:pPr>
            <a:r>
              <a:rPr lang="en-US" sz="1600" dirty="0"/>
              <a:t>With this change CVS will become the biggest EDI Customer for Cardinal.</a:t>
            </a:r>
          </a:p>
          <a:p>
            <a:pPr marL="234950" indent="-171450" defTabSz="914400" fontAlgn="base">
              <a:spcBef>
                <a:spcPts val="300"/>
              </a:spcBef>
              <a:spcAft>
                <a:spcPts val="300"/>
              </a:spcAft>
              <a:buClr>
                <a:srgbClr val="002060"/>
              </a:buClr>
              <a:buFont typeface="Arial" panose="020B0604020202020204" pitchFamily="34" charset="0"/>
              <a:buChar char="•"/>
              <a:defRPr/>
            </a:pPr>
            <a:r>
              <a:rPr lang="en-US" sz="1600" dirty="0"/>
              <a:t>Testing Engagement is till May 16.</a:t>
            </a:r>
          </a:p>
          <a:p>
            <a:pPr marL="234950" indent="-171450" defTabSz="914400" fontAlgn="base">
              <a:spcBef>
                <a:spcPts val="300"/>
              </a:spcBef>
              <a:spcAft>
                <a:spcPts val="300"/>
              </a:spcAft>
              <a:buFont typeface="Arial" panose="020B0604020202020204" pitchFamily="34" charset="0"/>
              <a:buChar char="•"/>
              <a:defRPr/>
            </a:pPr>
            <a:endParaRPr lang="en-US" sz="1200" dirty="0">
              <a:solidFill>
                <a:prstClr val="black"/>
              </a:solidFill>
            </a:endParaRPr>
          </a:p>
          <a:p>
            <a:pPr marL="520700" lvl="1" defTabSz="914400" fontAlgn="base">
              <a:spcBef>
                <a:spcPts val="300"/>
              </a:spcBef>
              <a:spcAft>
                <a:spcPts val="300"/>
              </a:spcAft>
              <a:defRPr/>
            </a:pPr>
            <a:endParaRPr lang="en-US" sz="1200" dirty="0" smtClean="0">
              <a:solidFill>
                <a:prstClr val="black"/>
              </a:solidFill>
            </a:endParaRPr>
          </a:p>
          <a:p>
            <a:pPr marL="692150" lvl="1" indent="-171450" defTabSz="914400" fontAlgn="base">
              <a:spcBef>
                <a:spcPts val="300"/>
              </a:spcBef>
              <a:spcAft>
                <a:spcPts val="300"/>
              </a:spcAft>
              <a:buFont typeface="Arial" panose="020B0604020202020204" pitchFamily="34" charset="0"/>
              <a:buChar char="•"/>
              <a:defRPr/>
            </a:pPr>
            <a:endParaRPr lang="en-US" sz="1200" dirty="0">
              <a:solidFill>
                <a:prstClr val="black"/>
              </a:solidFill>
            </a:endParaRPr>
          </a:p>
        </p:txBody>
      </p:sp>
      <p:sp>
        <p:nvSpPr>
          <p:cNvPr id="8" name="Text Box 416"/>
          <p:cNvSpPr txBox="1">
            <a:spLocks noChangeArrowheads="1"/>
          </p:cNvSpPr>
          <p:nvPr/>
        </p:nvSpPr>
        <p:spPr bwMode="auto">
          <a:xfrm>
            <a:off x="24505" y="841226"/>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9" name="Text Box 415"/>
          <p:cNvSpPr txBox="1">
            <a:spLocks noChangeArrowheads="1"/>
          </p:cNvSpPr>
          <p:nvPr/>
        </p:nvSpPr>
        <p:spPr bwMode="auto">
          <a:xfrm>
            <a:off x="-20482" y="841226"/>
            <a:ext cx="3474882" cy="684803"/>
          </a:xfrm>
          <a:prstGeom prst="rect">
            <a:avLst/>
          </a:prstGeom>
          <a:noFill/>
          <a:ln w="9525">
            <a:noFill/>
            <a:miter lim="800000"/>
            <a:headEnd/>
            <a:tailEnd/>
          </a:ln>
        </p:spPr>
        <p:txBody>
          <a:bodyPr wrap="square">
            <a:spAutoFit/>
          </a:bodyPr>
          <a:lstStyle/>
          <a:p>
            <a:pPr marL="115888" indent="-115888">
              <a:spcAft>
                <a:spcPts val="300"/>
              </a:spcAft>
              <a:defRPr/>
            </a:pPr>
            <a:r>
              <a:rPr lang="en-US"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CVS Channel Shift </a:t>
            </a:r>
            <a:r>
              <a:rPr lang="en-US"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a:t>
            </a:r>
            <a:r>
              <a:rPr lang="en-US" dirty="0" smtClean="0"/>
              <a:t> </a:t>
            </a:r>
            <a:endParaRPr lang="en-US" dirty="0"/>
          </a:p>
          <a:p>
            <a:pPr marL="115888" indent="-115888">
              <a:spcAft>
                <a:spcPts val="300"/>
              </a:spcAft>
              <a:defRPr/>
            </a:pP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0" name="Text Box 416"/>
          <p:cNvSpPr txBox="1">
            <a:spLocks noChangeArrowheads="1"/>
          </p:cNvSpPr>
          <p:nvPr/>
        </p:nvSpPr>
        <p:spPr bwMode="auto">
          <a:xfrm>
            <a:off x="24505" y="4638346"/>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1" name="Text Box 415"/>
          <p:cNvSpPr txBox="1">
            <a:spLocks noChangeArrowheads="1"/>
          </p:cNvSpPr>
          <p:nvPr/>
        </p:nvSpPr>
        <p:spPr bwMode="auto">
          <a:xfrm>
            <a:off x="24505" y="4638346"/>
            <a:ext cx="4068524" cy="369332"/>
          </a:xfrm>
          <a:prstGeom prst="rect">
            <a:avLst/>
          </a:prstGeom>
          <a:noFill/>
          <a:ln w="9525">
            <a:noFill/>
            <a:miter lim="800000"/>
            <a:headEnd/>
            <a:tailEnd/>
          </a:ln>
        </p:spPr>
        <p:txBody>
          <a:bodyPr wrap="square">
            <a:spAutoFit/>
          </a:bodyPr>
          <a:lstStyle/>
          <a:p>
            <a:pPr>
              <a:spcAft>
                <a:spcPts val="300"/>
              </a:spcAft>
              <a:buClr>
                <a:srgbClr val="002060"/>
              </a:buClr>
              <a:defRPr/>
            </a:pPr>
            <a:r>
              <a:rPr lang="en-US"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Track and Trace Phase ll</a:t>
            </a:r>
          </a:p>
        </p:txBody>
      </p:sp>
      <p:sp>
        <p:nvSpPr>
          <p:cNvPr id="12" name="TextBox 11"/>
          <p:cNvSpPr txBox="1"/>
          <p:nvPr/>
        </p:nvSpPr>
        <p:spPr>
          <a:xfrm>
            <a:off x="24505" y="5053762"/>
            <a:ext cx="9078140" cy="1308050"/>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pPr>
              <a:buClr>
                <a:srgbClr val="002060"/>
              </a:buClr>
            </a:pPr>
            <a:r>
              <a:rPr lang="en-US" dirty="0">
                <a:solidFill>
                  <a:schemeClr val="tx1"/>
                </a:solidFill>
              </a:rPr>
              <a:t>Initiate project phase ,High level requirement has been shared</a:t>
            </a:r>
          </a:p>
          <a:p>
            <a:pPr>
              <a:buClr>
                <a:srgbClr val="002060"/>
              </a:buClr>
            </a:pPr>
            <a:r>
              <a:rPr lang="en-US" dirty="0">
                <a:solidFill>
                  <a:schemeClr val="tx1"/>
                </a:solidFill>
              </a:rPr>
              <a:t>Testing Engagement will be till Feb 2016</a:t>
            </a:r>
          </a:p>
          <a:p>
            <a:endParaRPr lang="en-US" dirty="0"/>
          </a:p>
          <a:p>
            <a:pPr lvl="1"/>
            <a:endParaRPr lang="en-US" dirty="0"/>
          </a:p>
        </p:txBody>
      </p:sp>
      <p:sp>
        <p:nvSpPr>
          <p:cNvPr id="13" name="Text Box 415"/>
          <p:cNvSpPr txBox="1">
            <a:spLocks noChangeArrowheads="1"/>
          </p:cNvSpPr>
          <p:nvPr/>
        </p:nvSpPr>
        <p:spPr bwMode="auto">
          <a:xfrm>
            <a:off x="-20481" y="-902284"/>
            <a:ext cx="1918951" cy="369332"/>
          </a:xfrm>
          <a:prstGeom prst="rect">
            <a:avLst/>
          </a:prstGeom>
          <a:noFill/>
          <a:ln w="9525">
            <a:noFill/>
            <a:miter lim="800000"/>
            <a:headEnd/>
            <a:tailEnd/>
          </a:ln>
        </p:spPr>
        <p:txBody>
          <a:bodyPr wrap="square">
            <a:spAutoFit/>
          </a:bodyPr>
          <a:lstStyle/>
          <a:p>
            <a:pPr marL="115888" indent="-115888" algn="ctr">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Key Challenges</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4" name="Text Box 416"/>
          <p:cNvSpPr txBox="1">
            <a:spLocks noChangeArrowheads="1"/>
          </p:cNvSpPr>
          <p:nvPr/>
        </p:nvSpPr>
        <p:spPr bwMode="auto">
          <a:xfrm>
            <a:off x="24505" y="2858912"/>
            <a:ext cx="9126976" cy="369332"/>
          </a:xfrm>
          <a:prstGeom prst="rect">
            <a:avLst/>
          </a:prstGeom>
          <a:solidFill>
            <a:srgbClr val="00518E"/>
          </a:solidFill>
          <a:ln>
            <a:noFill/>
          </a:ln>
          <a:effectLst/>
        </p:spPr>
        <p:style>
          <a:lnRef idx="1">
            <a:schemeClr val="accent2"/>
          </a:lnRef>
          <a:fillRef idx="3">
            <a:schemeClr val="accent2"/>
          </a:fillRef>
          <a:effectRef idx="2">
            <a:schemeClr val="accent2"/>
          </a:effectRef>
          <a:fontRef idx="minor">
            <a:schemeClr val="lt1"/>
          </a:fontRef>
        </p:style>
        <p:txBody>
          <a:bodyPr wrap="square" anchor="ctr">
            <a:spAutoFit/>
          </a:bodyPr>
          <a:lstStyle>
            <a:defPPr>
              <a:defRPr lang="en-US"/>
            </a:defPPr>
            <a:lvl1pPr algn="ctr">
              <a:defRPr sz="1700" b="1">
                <a:solidFill>
                  <a:srgbClr val="FFFFFF"/>
                </a:solidFill>
                <a:effectLst>
                  <a:outerShdw blurRad="38100" dist="38100" dir="2700000" algn="tl">
                    <a:srgbClr val="000000">
                      <a:alpha val="43137"/>
                    </a:srgbClr>
                  </a:outerShdw>
                </a:effectLst>
                <a:latin typeface="Arial (Body)"/>
                <a:cs typeface="Arial"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5888" indent="-115888">
              <a:spcAft>
                <a:spcPts val="300"/>
              </a:spcAft>
              <a:defRPr/>
            </a:pPr>
            <a:endParaRPr lang="en-AU" sz="1800" dirty="0">
              <a:solidFill>
                <a:schemeClr val="bg1"/>
              </a:solidFill>
              <a:ea typeface="Arial Unicode MS" pitchFamily="34" charset="-128"/>
              <a:cs typeface="Arial Unicode MS" pitchFamily="34" charset="-128"/>
            </a:endParaRPr>
          </a:p>
        </p:txBody>
      </p:sp>
      <p:sp>
        <p:nvSpPr>
          <p:cNvPr id="15" name="Text Box 415"/>
          <p:cNvSpPr txBox="1">
            <a:spLocks noChangeArrowheads="1"/>
          </p:cNvSpPr>
          <p:nvPr/>
        </p:nvSpPr>
        <p:spPr bwMode="auto">
          <a:xfrm>
            <a:off x="145143" y="2858912"/>
            <a:ext cx="2190199" cy="369332"/>
          </a:xfrm>
          <a:prstGeom prst="rect">
            <a:avLst/>
          </a:prstGeom>
          <a:noFill/>
          <a:ln w="9525">
            <a:noFill/>
            <a:miter lim="800000"/>
            <a:headEnd/>
            <a:tailEnd/>
          </a:ln>
        </p:spPr>
        <p:txBody>
          <a:bodyPr wrap="square">
            <a:spAutoFit/>
          </a:bodyPr>
          <a:lstStyle/>
          <a:p>
            <a:pPr marL="115888" indent="-115888">
              <a:spcAft>
                <a:spcPts val="300"/>
              </a:spcAft>
              <a:defRPr/>
            </a:pPr>
            <a:r>
              <a:rPr lang="en-AU" b="1" dirty="0" smtClean="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rPr>
              <a:t>PMOD EDI -</a:t>
            </a:r>
            <a:endParaRPr lang="en-AU" b="1" dirty="0">
              <a:solidFill>
                <a:schemeClr val="bg1"/>
              </a:solidFill>
              <a:effectLst>
                <a:outerShdw blurRad="38100" dist="38100" dir="2700000" algn="tl">
                  <a:srgbClr val="000000">
                    <a:alpha val="43137"/>
                  </a:srgbClr>
                </a:outerShdw>
              </a:effectLst>
              <a:latin typeface="Arial (Body)"/>
              <a:ea typeface="Arial Unicode MS" pitchFamily="34" charset="-128"/>
              <a:cs typeface="Arial Unicode MS" pitchFamily="34" charset="-128"/>
            </a:endParaRPr>
          </a:p>
        </p:txBody>
      </p:sp>
      <p:sp>
        <p:nvSpPr>
          <p:cNvPr id="16" name="TextBox 15"/>
          <p:cNvSpPr txBox="1"/>
          <p:nvPr/>
        </p:nvSpPr>
        <p:spPr>
          <a:xfrm>
            <a:off x="4023" y="3274328"/>
            <a:ext cx="9078140" cy="1231106"/>
          </a:xfrm>
          <a:prstGeom prst="rect">
            <a:avLst/>
          </a:prstGeom>
          <a:noFill/>
          <a:ln>
            <a:noFill/>
          </a:ln>
        </p:spPr>
        <p:txBody>
          <a:bodyPr wrap="square" rtlCol="0">
            <a:spAutoFit/>
          </a:bodyPr>
          <a:lstStyle>
            <a:defPPr>
              <a:defRPr lang="en-US"/>
            </a:defPPr>
            <a:lvl1pPr marL="234950" indent="-171450" defTabSz="914400" fontAlgn="base">
              <a:spcBef>
                <a:spcPts val="300"/>
              </a:spcBef>
              <a:spcAft>
                <a:spcPts val="300"/>
              </a:spcAft>
              <a:buFont typeface="Arial" panose="020B0604020202020204" pitchFamily="34" charset="0"/>
              <a:buChar char="•"/>
              <a:defRPr sz="1600">
                <a:solidFill>
                  <a:prstClr val="black"/>
                </a:solidFill>
              </a:defRPr>
            </a:lvl1pPr>
            <a:lvl2pPr marL="692150" lvl="1" indent="-171450" defTabSz="914400" fontAlgn="base">
              <a:spcBef>
                <a:spcPts val="300"/>
              </a:spcBef>
              <a:spcAft>
                <a:spcPts val="300"/>
              </a:spcAft>
              <a:buFont typeface="Arial" panose="020B0604020202020204" pitchFamily="34" charset="0"/>
              <a:buChar char="•"/>
              <a:defRPr sz="1600">
                <a:solidFill>
                  <a:prstClr val="black"/>
                </a:solidFill>
              </a:defRPr>
            </a:lvl2pPr>
          </a:lstStyle>
          <a:p>
            <a:pPr>
              <a:buClr>
                <a:srgbClr val="002060"/>
              </a:buClr>
            </a:pPr>
            <a:r>
              <a:rPr lang="en-US" dirty="0">
                <a:solidFill>
                  <a:schemeClr val="tx1"/>
                </a:solidFill>
              </a:rPr>
              <a:t>26 Wricef objects corresponding to 100 new maps to be developed and tested.</a:t>
            </a:r>
          </a:p>
          <a:p>
            <a:pPr>
              <a:buClr>
                <a:srgbClr val="002060"/>
              </a:buClr>
            </a:pPr>
            <a:r>
              <a:rPr lang="en-US" dirty="0">
                <a:solidFill>
                  <a:schemeClr val="tx1"/>
                </a:solidFill>
              </a:rPr>
              <a:t>Testing to Perform: String Testing, Comparison Testing, Functional Testing, Regression Testing (Test scenario and Maps to identified)</a:t>
            </a:r>
          </a:p>
          <a:p>
            <a:pPr>
              <a:buClr>
                <a:srgbClr val="002060"/>
              </a:buClr>
            </a:pPr>
            <a:r>
              <a:rPr lang="en-US" dirty="0">
                <a:solidFill>
                  <a:schemeClr val="tx1"/>
                </a:solidFill>
              </a:rPr>
              <a:t>Testing Engagement will be till Nov </a:t>
            </a:r>
            <a:r>
              <a:rPr lang="en-US" dirty="0" smtClean="0">
                <a:solidFill>
                  <a:schemeClr val="tx1"/>
                </a:solidFill>
              </a:rPr>
              <a:t>2016</a:t>
            </a:r>
            <a:endParaRPr lang="en-US" dirty="0">
              <a:solidFill>
                <a:schemeClr val="tx1"/>
              </a:solidFill>
            </a:endParaRPr>
          </a:p>
        </p:txBody>
      </p:sp>
    </p:spTree>
    <p:extLst>
      <p:ext uri="{BB962C8B-B14F-4D97-AF65-F5344CB8AC3E}">
        <p14:creationId xmlns:p14="http://schemas.microsoft.com/office/powerpoint/2010/main" val="4973627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normAutofit/>
          </a:bodyPr>
          <a:lstStyle/>
          <a:p>
            <a:r>
              <a:rPr lang="en-US" dirty="0">
                <a:latin typeface="+mn-lt"/>
              </a:rPr>
              <a:t>Thank You</a:t>
            </a:r>
            <a:endParaRPr lang="en-US" dirty="0">
              <a:latin typeface="+mn-lt"/>
            </a:endParaRPr>
          </a:p>
        </p:txBody>
      </p:sp>
    </p:spTree>
    <p:extLst>
      <p:ext uri="{BB962C8B-B14F-4D97-AF65-F5344CB8AC3E}">
        <p14:creationId xmlns:p14="http://schemas.microsoft.com/office/powerpoint/2010/main" val="259268410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FINAL 2012 PPT TEMPLATE">
  <a:themeElements>
    <a:clrScheme name="FINAL">
      <a:dk1>
        <a:sysClr val="windowText" lastClr="000000"/>
      </a:dk1>
      <a:lt1>
        <a:srgbClr val="FFFFFF"/>
      </a:lt1>
      <a:dk2>
        <a:srgbClr val="3C3D48"/>
      </a:dk2>
      <a:lt2>
        <a:srgbClr val="CFD0D7"/>
      </a:lt2>
      <a:accent1>
        <a:srgbClr val="03A2DF"/>
      </a:accent1>
      <a:accent2>
        <a:srgbClr val="0070C0"/>
      </a:accent2>
      <a:accent3>
        <a:srgbClr val="56CEFC"/>
      </a:accent3>
      <a:accent4>
        <a:srgbClr val="72748A"/>
      </a:accent4>
      <a:accent5>
        <a:srgbClr val="00B0F0"/>
      </a:accent5>
      <a:accent6>
        <a:srgbClr val="A1A2B1"/>
      </a:accent6>
      <a:hlink>
        <a:srgbClr val="0070C0"/>
      </a:hlink>
      <a:folHlink>
        <a:srgbClr val="68CFF4"/>
      </a:folHlink>
    </a:clrScheme>
    <a:fontScheme name="Wipro PPT Fonts 201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19523</TotalTime>
  <Words>3113</Words>
  <Application>Microsoft Office PowerPoint</Application>
  <PresentationFormat>On-screen Show (4:3)</PresentationFormat>
  <Paragraphs>525</Paragraphs>
  <Slides>31</Slides>
  <Notes>21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0" baseType="lpstr">
      <vt:lpstr>Arial Unicode MS</vt:lpstr>
      <vt:lpstr>Arial</vt:lpstr>
      <vt:lpstr>Arial (Body)</vt:lpstr>
      <vt:lpstr>Calibri</vt:lpstr>
      <vt:lpstr>Gill Sans MT</vt:lpstr>
      <vt:lpstr>Webdings</vt:lpstr>
      <vt:lpstr>Wingdings</vt:lpstr>
      <vt:lpstr>FINAL 2012 PPT TEMPLATE</vt:lpstr>
      <vt:lpstr>Visio</vt:lpstr>
      <vt:lpstr>Wipro – Cardinal Health  Automation Engagement</vt:lpstr>
      <vt:lpstr>Automation Overview – Last 2 years</vt:lpstr>
      <vt:lpstr>Wipro Differentiators</vt:lpstr>
      <vt:lpstr>PowerPoint Presentation</vt:lpstr>
      <vt:lpstr>The Journey</vt:lpstr>
      <vt:lpstr>TPM Regression Testing Before TCoE</vt:lpstr>
      <vt:lpstr>TPM Regression Test Suite</vt:lpstr>
      <vt:lpstr>Looking Ahead</vt:lpstr>
      <vt:lpstr>PowerPoint Presentation</vt:lpstr>
      <vt:lpstr>Regression Timeline for PDSC</vt:lpstr>
      <vt:lpstr>PowerPoint Presentation</vt:lpstr>
      <vt:lpstr>Automation Savings in Score Upgrade Project</vt:lpstr>
      <vt:lpstr>Challenges, Solution and Achievements</vt:lpstr>
      <vt:lpstr>PowerPoint Presentation</vt:lpstr>
      <vt:lpstr>Problem Statement, Approach and Solution</vt:lpstr>
      <vt:lpstr>Challenges and Solution</vt:lpstr>
      <vt:lpstr>Automation Coverage - Distrack</vt:lpstr>
      <vt:lpstr>PowerPoint Presentation</vt:lpstr>
      <vt:lpstr>PDSC – RECALL &amp; Core DB</vt:lpstr>
      <vt:lpstr>PowerPoint Presentation</vt:lpstr>
      <vt:lpstr>Agenda</vt:lpstr>
      <vt:lpstr>PowerPoint Presentation</vt:lpstr>
      <vt:lpstr>At the Table in Fuse`</vt:lpstr>
      <vt:lpstr>PowerPoint Presentation</vt:lpstr>
      <vt:lpstr>PowerPoint Presentation</vt:lpstr>
      <vt:lpstr>PowerPoint Presentation</vt:lpstr>
      <vt:lpstr>PowerPoint Presentation</vt:lpstr>
      <vt:lpstr>PowerPoint Presentation</vt:lpstr>
      <vt:lpstr>EDI Engagement – The Past and The Present</vt:lpstr>
      <vt:lpstr>Upcoming Engagements</vt:lpstr>
      <vt:lpstr>PowerPoint Presentation</vt:lpstr>
    </vt:vector>
  </TitlesOfParts>
  <Manager>Brand Team</Manager>
  <Company>WIPRO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Icons_Library</dc:title>
  <dc:subject>ICONS</dc:subject>
  <dc:creator>Wipro Technologies</dc:creator>
  <cp:keywords>icons</cp:keywords>
  <cp:lastModifiedBy>Albert Anand Mathi (WT01 - HLS)</cp:lastModifiedBy>
  <cp:revision>1233</cp:revision>
  <cp:lastPrinted>2011-09-27T16:59:14Z</cp:lastPrinted>
  <dcterms:created xsi:type="dcterms:W3CDTF">2011-08-27T03:15:17Z</dcterms:created>
  <dcterms:modified xsi:type="dcterms:W3CDTF">2015-10-07T15:30:32Z</dcterms:modified>
  <cp:category>icons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891055</vt:lpwstr>
  </property>
  <property fmtid="{D5CDD505-2E9C-101B-9397-08002B2CF9AE}" pid="3" name="NXPowerLiteSettings">
    <vt:lpwstr>F7000400038000</vt:lpwstr>
  </property>
  <property fmtid="{D5CDD505-2E9C-101B-9397-08002B2CF9AE}" pid="4" name="NXPowerLiteVersion">
    <vt:lpwstr>D5.0.6</vt:lpwstr>
  </property>
</Properties>
</file>